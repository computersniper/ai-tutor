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70" r:id="rId1"/>
  </p:sldMasterIdLst>
  <p:notesMasterIdLst>
    <p:notesMasterId r:id="rId14"/>
  </p:notesMasterIdLst>
  <p:handoutMasterIdLst>
    <p:handoutMasterId r:id="rId15"/>
  </p:handoutMasterIdLst>
  <p:sldIdLst>
    <p:sldId id="512" r:id="rId2"/>
    <p:sldId id="535" r:id="rId3"/>
    <p:sldId id="538" r:id="rId4"/>
    <p:sldId id="539" r:id="rId5"/>
    <p:sldId id="514" r:id="rId6"/>
    <p:sldId id="530" r:id="rId7"/>
    <p:sldId id="536" r:id="rId8"/>
    <p:sldId id="516" r:id="rId9"/>
    <p:sldId id="517" r:id="rId10"/>
    <p:sldId id="518" r:id="rId11"/>
    <p:sldId id="525" r:id="rId12"/>
    <p:sldId id="520" r:id="rId13"/>
  </p:sldIdLst>
  <p:sldSz cx="9144000" cy="6858000" type="screen4x3"/>
  <p:notesSz cx="6781800" cy="9918700"/>
  <p:defaultTextStyle>
    <a:defPPr>
      <a:defRPr lang="en-US"/>
    </a:defPPr>
    <a:lvl1pPr algn="l" rtl="0" fontAlgn="base">
      <a:spcBef>
        <a:spcPct val="0"/>
      </a:spcBef>
      <a:spcAft>
        <a:spcPct val="0"/>
      </a:spcAft>
      <a:defRPr sz="2800"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sz="2800"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sz="2800"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sz="2800"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sz="2800" kern="1200">
        <a:solidFill>
          <a:schemeClr val="tx1"/>
        </a:solidFill>
        <a:latin typeface="Tahoma" pitchFamily="34" charset="0"/>
        <a:ea typeface="宋体" pitchFamily="2" charset="-122"/>
        <a:cs typeface="+mn-cs"/>
      </a:defRPr>
    </a:lvl5pPr>
    <a:lvl6pPr marL="2286000" algn="l" defTabSz="914400" rtl="0" eaLnBrk="1" latinLnBrk="0" hangingPunct="1">
      <a:defRPr sz="2800" kern="1200">
        <a:solidFill>
          <a:schemeClr val="tx1"/>
        </a:solidFill>
        <a:latin typeface="Tahoma" pitchFamily="34" charset="0"/>
        <a:ea typeface="宋体" pitchFamily="2" charset="-122"/>
        <a:cs typeface="+mn-cs"/>
      </a:defRPr>
    </a:lvl6pPr>
    <a:lvl7pPr marL="2743200" algn="l" defTabSz="914400" rtl="0" eaLnBrk="1" latinLnBrk="0" hangingPunct="1">
      <a:defRPr sz="2800" kern="1200">
        <a:solidFill>
          <a:schemeClr val="tx1"/>
        </a:solidFill>
        <a:latin typeface="Tahoma" pitchFamily="34" charset="0"/>
        <a:ea typeface="宋体" pitchFamily="2" charset="-122"/>
        <a:cs typeface="+mn-cs"/>
      </a:defRPr>
    </a:lvl7pPr>
    <a:lvl8pPr marL="3200400" algn="l" defTabSz="914400" rtl="0" eaLnBrk="1" latinLnBrk="0" hangingPunct="1">
      <a:defRPr sz="2800" kern="1200">
        <a:solidFill>
          <a:schemeClr val="tx1"/>
        </a:solidFill>
        <a:latin typeface="Tahoma" pitchFamily="34" charset="0"/>
        <a:ea typeface="宋体" pitchFamily="2" charset="-122"/>
        <a:cs typeface="+mn-cs"/>
      </a:defRPr>
    </a:lvl8pPr>
    <a:lvl9pPr marL="3657600" algn="l" defTabSz="914400" rtl="0" eaLnBrk="1" latinLnBrk="0" hangingPunct="1">
      <a:defRPr sz="2800"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359">
          <p15:clr>
            <a:srgbClr val="A4A3A4"/>
          </p15:clr>
        </p15:guide>
        <p15:guide id="2" pos="282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63DE8"/>
    <a:srgbClr val="00DFCA"/>
    <a:srgbClr val="D49FFF"/>
    <a:srgbClr val="A2C1FE"/>
    <a:srgbClr val="FAFD00"/>
    <a:srgbClr val="99FF33"/>
    <a:srgbClr val="66FF33"/>
    <a:srgbClr val="FF07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22"/>
    <p:restoredTop sz="96966" autoAdjust="0"/>
  </p:normalViewPr>
  <p:slideViewPr>
    <p:cSldViewPr>
      <p:cViewPr varScale="1">
        <p:scale>
          <a:sx n="157" d="100"/>
          <a:sy n="157" d="100"/>
        </p:scale>
        <p:origin x="190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40" d="100"/>
          <a:sy n="40" d="100"/>
        </p:scale>
        <p:origin x="-1476" y="-78"/>
      </p:cViewPr>
      <p:guideLst>
        <p:guide orient="horz" pos="2359"/>
        <p:guide pos="282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588"/>
            <a:ext cx="2938463" cy="495301"/>
          </a:xfrm>
          <a:prstGeom prst="rect">
            <a:avLst/>
          </a:prstGeom>
          <a:noFill/>
          <a:ln w="9525">
            <a:noFill/>
            <a:miter lim="800000"/>
            <a:headEnd/>
            <a:tailEnd/>
          </a:ln>
          <a:effectLst/>
        </p:spPr>
        <p:txBody>
          <a:bodyPr vert="horz" wrap="square" lIns="19107" tIns="0" rIns="19107" bIns="0" numCol="1" anchor="t" anchorCtr="0" compatLnSpc="1">
            <a:prstTxWarp prst="textNoShape">
              <a:avLst/>
            </a:prstTxWarp>
          </a:bodyPr>
          <a:lstStyle>
            <a:lvl1pPr defTabSz="954088" eaLnBrk="0" hangingPunct="0">
              <a:defRPr sz="1000" i="1">
                <a:latin typeface="Times New Roman" pitchFamily="18" charset="0"/>
              </a:defRPr>
            </a:lvl1pPr>
          </a:lstStyle>
          <a:p>
            <a:endParaRPr lang="zh-CN" altLang="en-US"/>
          </a:p>
        </p:txBody>
      </p:sp>
      <p:sp>
        <p:nvSpPr>
          <p:cNvPr id="4099" name="Rectangle 3"/>
          <p:cNvSpPr>
            <a:spLocks noGrp="1" noChangeArrowheads="1"/>
          </p:cNvSpPr>
          <p:nvPr>
            <p:ph type="dt" sz="quarter" idx="1"/>
          </p:nvPr>
        </p:nvSpPr>
        <p:spPr bwMode="auto">
          <a:xfrm>
            <a:off x="3843338" y="-1588"/>
            <a:ext cx="2938462" cy="495301"/>
          </a:xfrm>
          <a:prstGeom prst="rect">
            <a:avLst/>
          </a:prstGeom>
          <a:noFill/>
          <a:ln w="9525">
            <a:noFill/>
            <a:miter lim="800000"/>
            <a:headEnd/>
            <a:tailEnd/>
          </a:ln>
          <a:effectLst/>
        </p:spPr>
        <p:txBody>
          <a:bodyPr vert="horz" wrap="square" lIns="19107" tIns="0" rIns="19107" bIns="0" numCol="1" anchor="t" anchorCtr="0" compatLnSpc="1">
            <a:prstTxWarp prst="textNoShape">
              <a:avLst/>
            </a:prstTxWarp>
          </a:bodyPr>
          <a:lstStyle>
            <a:lvl1pPr algn="r" defTabSz="954088" eaLnBrk="0" hangingPunct="0">
              <a:defRPr sz="1000" i="1">
                <a:latin typeface="Times New Roman" pitchFamily="18" charset="0"/>
              </a:defRPr>
            </a:lvl1pPr>
          </a:lstStyle>
          <a:p>
            <a:endParaRPr lang="en-US" altLang="zh-CN"/>
          </a:p>
        </p:txBody>
      </p:sp>
      <p:sp>
        <p:nvSpPr>
          <p:cNvPr id="4100" name="Rectangle 4"/>
          <p:cNvSpPr>
            <a:spLocks noGrp="1" noChangeArrowheads="1"/>
          </p:cNvSpPr>
          <p:nvPr>
            <p:ph type="ftr" sz="quarter" idx="2"/>
          </p:nvPr>
        </p:nvSpPr>
        <p:spPr bwMode="auto">
          <a:xfrm>
            <a:off x="0" y="9423400"/>
            <a:ext cx="2938463" cy="495300"/>
          </a:xfrm>
          <a:prstGeom prst="rect">
            <a:avLst/>
          </a:prstGeom>
          <a:noFill/>
          <a:ln w="9525">
            <a:noFill/>
            <a:miter lim="800000"/>
            <a:headEnd/>
            <a:tailEnd/>
          </a:ln>
          <a:effectLst/>
        </p:spPr>
        <p:txBody>
          <a:bodyPr vert="horz" wrap="square" lIns="19107" tIns="0" rIns="19107" bIns="0" numCol="1" anchor="b" anchorCtr="0" compatLnSpc="1">
            <a:prstTxWarp prst="textNoShape">
              <a:avLst/>
            </a:prstTxWarp>
          </a:bodyPr>
          <a:lstStyle>
            <a:lvl1pPr defTabSz="954088" eaLnBrk="0" hangingPunct="0">
              <a:defRPr sz="1000" i="1">
                <a:latin typeface="Times New Roman" pitchFamily="18" charset="0"/>
              </a:defRPr>
            </a:lvl1pPr>
          </a:lstStyle>
          <a:p>
            <a:endParaRPr lang="en-US" altLang="zh-CN"/>
          </a:p>
        </p:txBody>
      </p:sp>
      <p:sp>
        <p:nvSpPr>
          <p:cNvPr id="4101" name="Rectangle 5"/>
          <p:cNvSpPr>
            <a:spLocks noGrp="1" noChangeArrowheads="1"/>
          </p:cNvSpPr>
          <p:nvPr>
            <p:ph type="sldNum" sz="quarter" idx="3"/>
          </p:nvPr>
        </p:nvSpPr>
        <p:spPr bwMode="auto">
          <a:xfrm>
            <a:off x="3843338" y="9423400"/>
            <a:ext cx="2938462" cy="495300"/>
          </a:xfrm>
          <a:prstGeom prst="rect">
            <a:avLst/>
          </a:prstGeom>
          <a:noFill/>
          <a:ln w="9525">
            <a:noFill/>
            <a:miter lim="800000"/>
            <a:headEnd/>
            <a:tailEnd/>
          </a:ln>
          <a:effectLst/>
        </p:spPr>
        <p:txBody>
          <a:bodyPr vert="horz" wrap="square" lIns="19107" tIns="0" rIns="19107" bIns="0" numCol="1" anchor="b" anchorCtr="0" compatLnSpc="1">
            <a:prstTxWarp prst="textNoShape">
              <a:avLst/>
            </a:prstTxWarp>
          </a:bodyPr>
          <a:lstStyle>
            <a:lvl1pPr algn="r" defTabSz="954088" eaLnBrk="0" hangingPunct="0">
              <a:defRPr sz="1000" i="1">
                <a:latin typeface="Times New Roman" pitchFamily="18" charset="0"/>
              </a:defRPr>
            </a:lvl1pPr>
          </a:lstStyle>
          <a:p>
            <a:fld id="{14ADF050-78D2-4B55-9C67-581D4527BAF6}" type="slidenum">
              <a:rPr lang="en-US" altLang="zh-CN"/>
              <a:pPr/>
              <a:t>‹#›</a:t>
            </a:fld>
            <a:endParaRPr lang="en-US" altLang="zh-CN"/>
          </a:p>
        </p:txBody>
      </p:sp>
    </p:spTree>
    <p:extLst>
      <p:ext uri="{BB962C8B-B14F-4D97-AF65-F5344CB8AC3E}">
        <p14:creationId xmlns:p14="http://schemas.microsoft.com/office/powerpoint/2010/main" val="40973349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2938463" cy="495301"/>
          </a:xfrm>
          <a:prstGeom prst="rect">
            <a:avLst/>
          </a:prstGeom>
          <a:noFill/>
          <a:ln w="9525">
            <a:noFill/>
            <a:miter lim="800000"/>
            <a:headEnd/>
            <a:tailEnd/>
          </a:ln>
          <a:effectLst/>
        </p:spPr>
        <p:txBody>
          <a:bodyPr vert="horz" wrap="square" lIns="19107" tIns="0" rIns="19107" bIns="0" numCol="1" anchor="t" anchorCtr="0" compatLnSpc="1">
            <a:prstTxWarp prst="textNoShape">
              <a:avLst/>
            </a:prstTxWarp>
          </a:bodyPr>
          <a:lstStyle>
            <a:lvl1pPr defTabSz="954088" eaLnBrk="0" hangingPunct="0">
              <a:defRPr sz="1000" i="1">
                <a:latin typeface="Times New Roman" pitchFamily="18" charset="0"/>
              </a:defRPr>
            </a:lvl1pPr>
          </a:lstStyle>
          <a:p>
            <a:endParaRPr lang="zh-CN" altLang="en-US"/>
          </a:p>
        </p:txBody>
      </p:sp>
      <p:sp>
        <p:nvSpPr>
          <p:cNvPr id="2051" name="Rectangle 3"/>
          <p:cNvSpPr>
            <a:spLocks noGrp="1" noChangeArrowheads="1"/>
          </p:cNvSpPr>
          <p:nvPr>
            <p:ph type="dt" idx="1"/>
          </p:nvPr>
        </p:nvSpPr>
        <p:spPr bwMode="auto">
          <a:xfrm>
            <a:off x="3843338" y="-1588"/>
            <a:ext cx="2938462" cy="495301"/>
          </a:xfrm>
          <a:prstGeom prst="rect">
            <a:avLst/>
          </a:prstGeom>
          <a:noFill/>
          <a:ln w="9525">
            <a:noFill/>
            <a:miter lim="800000"/>
            <a:headEnd/>
            <a:tailEnd/>
          </a:ln>
          <a:effectLst/>
        </p:spPr>
        <p:txBody>
          <a:bodyPr vert="horz" wrap="square" lIns="19107" tIns="0" rIns="19107" bIns="0" numCol="1" anchor="t" anchorCtr="0" compatLnSpc="1">
            <a:prstTxWarp prst="textNoShape">
              <a:avLst/>
            </a:prstTxWarp>
          </a:bodyPr>
          <a:lstStyle>
            <a:lvl1pPr algn="r" defTabSz="954088" eaLnBrk="0" hangingPunct="0">
              <a:defRPr sz="1000" i="1">
                <a:latin typeface="Times New Roman" pitchFamily="18" charset="0"/>
              </a:defRPr>
            </a:lvl1pPr>
          </a:lstStyle>
          <a:p>
            <a:endParaRPr lang="en-US" altLang="zh-CN"/>
          </a:p>
        </p:txBody>
      </p:sp>
      <p:sp>
        <p:nvSpPr>
          <p:cNvPr id="2052" name="Rectangle 4"/>
          <p:cNvSpPr>
            <a:spLocks noGrp="1" noChangeArrowheads="1"/>
          </p:cNvSpPr>
          <p:nvPr>
            <p:ph type="ftr" sz="quarter" idx="4"/>
          </p:nvPr>
        </p:nvSpPr>
        <p:spPr bwMode="auto">
          <a:xfrm>
            <a:off x="0" y="9423400"/>
            <a:ext cx="2938463" cy="495300"/>
          </a:xfrm>
          <a:prstGeom prst="rect">
            <a:avLst/>
          </a:prstGeom>
          <a:noFill/>
          <a:ln w="9525">
            <a:noFill/>
            <a:miter lim="800000"/>
            <a:headEnd/>
            <a:tailEnd/>
          </a:ln>
          <a:effectLst/>
        </p:spPr>
        <p:txBody>
          <a:bodyPr vert="horz" wrap="square" lIns="19107" tIns="0" rIns="19107" bIns="0" numCol="1" anchor="b" anchorCtr="0" compatLnSpc="1">
            <a:prstTxWarp prst="textNoShape">
              <a:avLst/>
            </a:prstTxWarp>
          </a:bodyPr>
          <a:lstStyle>
            <a:lvl1pPr defTabSz="954088" eaLnBrk="0" hangingPunct="0">
              <a:defRPr sz="1000" i="1">
                <a:latin typeface="Times New Roman" pitchFamily="18" charset="0"/>
              </a:defRPr>
            </a:lvl1pPr>
          </a:lstStyle>
          <a:p>
            <a:endParaRPr lang="en-US" altLang="zh-CN"/>
          </a:p>
        </p:txBody>
      </p:sp>
      <p:sp>
        <p:nvSpPr>
          <p:cNvPr id="2053" name="Rectangle 5"/>
          <p:cNvSpPr>
            <a:spLocks noGrp="1" noChangeArrowheads="1"/>
          </p:cNvSpPr>
          <p:nvPr>
            <p:ph type="sldNum" sz="quarter" idx="5"/>
          </p:nvPr>
        </p:nvSpPr>
        <p:spPr bwMode="auto">
          <a:xfrm>
            <a:off x="3843338" y="9423400"/>
            <a:ext cx="2938462" cy="495300"/>
          </a:xfrm>
          <a:prstGeom prst="rect">
            <a:avLst/>
          </a:prstGeom>
          <a:noFill/>
          <a:ln w="9525">
            <a:noFill/>
            <a:miter lim="800000"/>
            <a:headEnd/>
            <a:tailEnd/>
          </a:ln>
          <a:effectLst/>
        </p:spPr>
        <p:txBody>
          <a:bodyPr vert="horz" wrap="square" lIns="19107" tIns="0" rIns="19107" bIns="0" numCol="1" anchor="b" anchorCtr="0" compatLnSpc="1">
            <a:prstTxWarp prst="textNoShape">
              <a:avLst/>
            </a:prstTxWarp>
          </a:bodyPr>
          <a:lstStyle>
            <a:lvl1pPr algn="r" defTabSz="954088" eaLnBrk="0" hangingPunct="0">
              <a:defRPr sz="1000" i="1">
                <a:latin typeface="Times New Roman" pitchFamily="18" charset="0"/>
              </a:defRPr>
            </a:lvl1pPr>
          </a:lstStyle>
          <a:p>
            <a:fld id="{766814B8-1E0B-4A02-9250-036A51F0FA78}" type="slidenum">
              <a:rPr lang="en-US" altLang="zh-CN"/>
              <a:pPr/>
              <a:t>‹#›</a:t>
            </a:fld>
            <a:endParaRPr lang="en-US" altLang="zh-CN"/>
          </a:p>
        </p:txBody>
      </p:sp>
      <p:sp>
        <p:nvSpPr>
          <p:cNvPr id="2054" name="Rectangle 6"/>
          <p:cNvSpPr>
            <a:spLocks noGrp="1" noChangeArrowheads="1"/>
          </p:cNvSpPr>
          <p:nvPr>
            <p:ph type="body" sz="quarter" idx="3"/>
          </p:nvPr>
        </p:nvSpPr>
        <p:spPr bwMode="auto">
          <a:xfrm>
            <a:off x="903288" y="4711700"/>
            <a:ext cx="4975225" cy="4460875"/>
          </a:xfrm>
          <a:prstGeom prst="rect">
            <a:avLst/>
          </a:prstGeom>
          <a:noFill/>
          <a:ln w="9525">
            <a:noFill/>
            <a:miter lim="800000"/>
            <a:headEnd/>
            <a:tailEnd/>
          </a:ln>
          <a:effectLst/>
        </p:spPr>
        <p:txBody>
          <a:bodyPr vert="horz" wrap="square" lIns="93943" tIns="46176" rIns="93943" bIns="46176"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3319" name="Rectangle 7"/>
          <p:cNvSpPr>
            <a:spLocks noGrp="1" noRot="1" noChangeAspect="1" noChangeArrowheads="1" noTextEdit="1"/>
          </p:cNvSpPr>
          <p:nvPr>
            <p:ph type="sldImg" idx="2"/>
          </p:nvPr>
        </p:nvSpPr>
        <p:spPr bwMode="auto">
          <a:xfrm>
            <a:off x="912813" y="746125"/>
            <a:ext cx="4956175" cy="37163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895536209"/>
      </p:ext>
    </p:extLst>
  </p:cSld>
  <p:clrMap bg1="lt1" tx1="dk1" bg2="lt2" tx2="dk2" accent1="accent1" accent2="accent2" accent3="accent3" accent4="accent4" accent5="accent5" accent6="accent6" hlink="hlink" folHlink="folHlink"/>
  <p:notesStyle>
    <a:lvl1pPr algn="l" defTabSz="950913"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65138" algn="l" defTabSz="950913"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31863" algn="l" defTabSz="950913"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97000" algn="l" defTabSz="950913"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62138" algn="l" defTabSz="950913"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E6EC4856-D67C-4F1F-90E1-0F510B67FE9A}" type="slidenum">
              <a:rPr lang="en-US" altLang="zh-CN" sz="1000">
                <a:latin typeface="Times New Roman" pitchFamily="18" charset="0"/>
              </a:rPr>
              <a:pPr/>
              <a:t>1</a:t>
            </a:fld>
            <a:endParaRPr lang="en-US" altLang="zh-CN" sz="1000">
              <a:latin typeface="Times New Roman" pitchFamily="18" charset="0"/>
            </a:endParaRPr>
          </a:p>
        </p:txBody>
      </p:sp>
      <p:sp>
        <p:nvSpPr>
          <p:cNvPr id="14339" name="Rectangle 2"/>
          <p:cNvSpPr>
            <a:spLocks noGrp="1" noRot="1" noChangeAspect="1" noChangeArrowheads="1" noTextEdit="1"/>
          </p:cNvSpPr>
          <p:nvPr>
            <p:ph type="sldImg"/>
          </p:nvPr>
        </p:nvSpPr>
        <p:spPr>
          <a:xfrm>
            <a:off x="911225" y="744538"/>
            <a:ext cx="4959350" cy="3719512"/>
          </a:xfrm>
          <a:ln/>
        </p:spPr>
      </p:sp>
      <p:sp>
        <p:nvSpPr>
          <p:cNvPr id="14340" name="Rectangle 3"/>
          <p:cNvSpPr>
            <a:spLocks noGrp="1" noChangeArrowheads="1"/>
          </p:cNvSpPr>
          <p:nvPr>
            <p:ph type="body" idx="1"/>
          </p:nvPr>
        </p:nvSpPr>
        <p:spPr>
          <a:xfrm>
            <a:off x="677863" y="4711700"/>
            <a:ext cx="542607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A71629CB-31BD-412C-B321-1BA730373093}" type="slidenum">
              <a:rPr lang="en-US" altLang="zh-CN" sz="1000">
                <a:latin typeface="Times New Roman" pitchFamily="18" charset="0"/>
              </a:rPr>
              <a:pPr/>
              <a:t>2</a:t>
            </a:fld>
            <a:endParaRPr lang="en-US" altLang="zh-CN" sz="1000">
              <a:latin typeface="Times New Roman" pitchFamily="18" charset="0"/>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949391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A71629CB-31BD-412C-B321-1BA730373093}" type="slidenum">
              <a:rPr lang="en-US" altLang="zh-CN" sz="1000">
                <a:latin typeface="Times New Roman" pitchFamily="18" charset="0"/>
              </a:rPr>
              <a:pPr/>
              <a:t>3</a:t>
            </a:fld>
            <a:endParaRPr lang="en-US" altLang="zh-CN" sz="1000">
              <a:latin typeface="Times New Roman" pitchFamily="18" charset="0"/>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23242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A71629CB-31BD-412C-B321-1BA730373093}" type="slidenum">
              <a:rPr lang="en-US" altLang="zh-CN" sz="1000">
                <a:latin typeface="Times New Roman" pitchFamily="18" charset="0"/>
              </a:rPr>
              <a:pPr/>
              <a:t>4</a:t>
            </a:fld>
            <a:endParaRPr lang="en-US" altLang="zh-CN" sz="1000">
              <a:latin typeface="Times New Roman" pitchFamily="18" charset="0"/>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975278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4532DA65-DD2F-4020-92DF-49CD7F64E58A}" type="slidenum">
              <a:rPr lang="en-US" altLang="zh-CN" sz="1000">
                <a:latin typeface="Times New Roman" pitchFamily="18" charset="0"/>
              </a:rPr>
              <a:pPr/>
              <a:t>5</a:t>
            </a:fld>
            <a:endParaRPr lang="en-US" altLang="zh-CN" sz="1000">
              <a:latin typeface="Times New Roman" pitchFamily="18" charset="0"/>
            </a:endParaRPr>
          </a:p>
        </p:txBody>
      </p:sp>
      <p:sp>
        <p:nvSpPr>
          <p:cNvPr id="17411" name="Rectangle 2"/>
          <p:cNvSpPr>
            <a:spLocks noGrp="1" noRot="1" noChangeAspect="1" noChangeArrowheads="1" noTextEdit="1"/>
          </p:cNvSpPr>
          <p:nvPr>
            <p:ph type="sldImg"/>
          </p:nvPr>
        </p:nvSpPr>
        <p:spPr>
          <a:xfrm>
            <a:off x="911225" y="744538"/>
            <a:ext cx="4959350" cy="3719512"/>
          </a:xfrm>
          <a:ln/>
        </p:spPr>
      </p:sp>
      <p:sp>
        <p:nvSpPr>
          <p:cNvPr id="17412" name="Rectangle 3"/>
          <p:cNvSpPr>
            <a:spLocks noGrp="1" noChangeArrowheads="1"/>
          </p:cNvSpPr>
          <p:nvPr>
            <p:ph type="body" idx="1"/>
          </p:nvPr>
        </p:nvSpPr>
        <p:spPr>
          <a:xfrm>
            <a:off x="677863" y="4711700"/>
            <a:ext cx="542607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87288E5A-8669-4568-8433-E656963DD4AD}" type="slidenum">
              <a:rPr lang="en-US" altLang="zh-CN" sz="1000">
                <a:latin typeface="Times New Roman" pitchFamily="18" charset="0"/>
              </a:rPr>
              <a:pPr/>
              <a:t>8</a:t>
            </a:fld>
            <a:endParaRPr lang="en-US" altLang="zh-CN" sz="1000">
              <a:latin typeface="Times New Roman" pitchFamily="18" charset="0"/>
            </a:endParaRPr>
          </a:p>
        </p:txBody>
      </p:sp>
      <p:sp>
        <p:nvSpPr>
          <p:cNvPr id="18435" name="Rectangle 2"/>
          <p:cNvSpPr>
            <a:spLocks noGrp="1" noRot="1" noChangeAspect="1" noChangeArrowheads="1" noTextEdit="1"/>
          </p:cNvSpPr>
          <p:nvPr>
            <p:ph type="sldImg"/>
          </p:nvPr>
        </p:nvSpPr>
        <p:spPr>
          <a:xfrm>
            <a:off x="911225" y="744538"/>
            <a:ext cx="4959350" cy="3719512"/>
          </a:xfrm>
          <a:ln/>
        </p:spPr>
      </p:sp>
      <p:sp>
        <p:nvSpPr>
          <p:cNvPr id="18436" name="Rectangle 3"/>
          <p:cNvSpPr>
            <a:spLocks noGrp="1" noChangeArrowheads="1"/>
          </p:cNvSpPr>
          <p:nvPr>
            <p:ph type="body" idx="1"/>
          </p:nvPr>
        </p:nvSpPr>
        <p:spPr>
          <a:xfrm>
            <a:off x="677863" y="4711700"/>
            <a:ext cx="542607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3035CD0E-9BE1-4700-AADD-0A4BCFF81A86}" type="slidenum">
              <a:rPr lang="en-US" altLang="zh-CN" sz="1000">
                <a:latin typeface="Times New Roman" pitchFamily="18" charset="0"/>
              </a:rPr>
              <a:pPr/>
              <a:t>9</a:t>
            </a:fld>
            <a:endParaRPr lang="en-US" altLang="zh-CN" sz="1000">
              <a:latin typeface="Times New Roman" pitchFamily="18" charset="0"/>
            </a:endParaRPr>
          </a:p>
        </p:txBody>
      </p:sp>
      <p:sp>
        <p:nvSpPr>
          <p:cNvPr id="19459" name="Rectangle 2"/>
          <p:cNvSpPr>
            <a:spLocks noGrp="1" noRot="1" noChangeAspect="1" noChangeArrowheads="1" noTextEdit="1"/>
          </p:cNvSpPr>
          <p:nvPr>
            <p:ph type="sldImg"/>
          </p:nvPr>
        </p:nvSpPr>
        <p:spPr>
          <a:xfrm>
            <a:off x="911225" y="744538"/>
            <a:ext cx="4959350" cy="3719512"/>
          </a:xfrm>
          <a:ln/>
        </p:spPr>
      </p:sp>
      <p:sp>
        <p:nvSpPr>
          <p:cNvPr id="19460" name="Rectangle 3"/>
          <p:cNvSpPr>
            <a:spLocks noGrp="1" noChangeArrowheads="1"/>
          </p:cNvSpPr>
          <p:nvPr>
            <p:ph type="body" idx="1"/>
          </p:nvPr>
        </p:nvSpPr>
        <p:spPr>
          <a:xfrm>
            <a:off x="677863" y="4711700"/>
            <a:ext cx="542607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3703B791-7C2A-4F9B-8B63-18CC60575B76}" type="slidenum">
              <a:rPr lang="en-US" altLang="zh-CN" sz="1000">
                <a:latin typeface="Times New Roman" pitchFamily="18" charset="0"/>
              </a:rPr>
              <a:pPr/>
              <a:t>10</a:t>
            </a:fld>
            <a:endParaRPr lang="en-US" altLang="zh-CN" sz="1000">
              <a:latin typeface="Times New Roman" pitchFamily="18" charset="0"/>
            </a:endParaRPr>
          </a:p>
        </p:txBody>
      </p:sp>
      <p:sp>
        <p:nvSpPr>
          <p:cNvPr id="20483" name="Rectangle 2"/>
          <p:cNvSpPr>
            <a:spLocks noGrp="1" noRot="1" noChangeAspect="1" noChangeArrowheads="1" noTextEdit="1"/>
          </p:cNvSpPr>
          <p:nvPr>
            <p:ph type="sldImg"/>
          </p:nvPr>
        </p:nvSpPr>
        <p:spPr>
          <a:xfrm>
            <a:off x="911225" y="744538"/>
            <a:ext cx="4959350" cy="3719512"/>
          </a:xfrm>
          <a:ln/>
        </p:spPr>
      </p:sp>
      <p:sp>
        <p:nvSpPr>
          <p:cNvPr id="20484" name="Rectangle 3"/>
          <p:cNvSpPr>
            <a:spLocks noGrp="1" noChangeArrowheads="1"/>
          </p:cNvSpPr>
          <p:nvPr>
            <p:ph type="body" idx="1"/>
          </p:nvPr>
        </p:nvSpPr>
        <p:spPr>
          <a:xfrm>
            <a:off x="677863" y="4711700"/>
            <a:ext cx="542607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12AB91B1-5485-4D5B-9FD0-4DBDB6B1094F}" type="slidenum">
              <a:rPr lang="en-US" altLang="zh-CN" sz="1000">
                <a:latin typeface="Times New Roman" pitchFamily="18" charset="0"/>
              </a:rPr>
              <a:pPr/>
              <a:t>11</a:t>
            </a:fld>
            <a:endParaRPr lang="en-US" altLang="zh-CN" sz="1000">
              <a:latin typeface="Times New Roman" pitchFamily="18"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2332B762-BB64-4598-B1F8-651DC10BB0A5}" type="slidenum">
              <a:rPr lang="en-US" altLang="zh-CN" sz="1000">
                <a:latin typeface="Times New Roman" pitchFamily="18" charset="0"/>
              </a:rPr>
              <a:pPr/>
              <a:t>12</a:t>
            </a:fld>
            <a:endParaRPr lang="en-US" altLang="zh-CN" sz="1000">
              <a:latin typeface="Times New Roman" pitchFamily="18" charset="0"/>
            </a:endParaRPr>
          </a:p>
        </p:txBody>
      </p:sp>
      <p:sp>
        <p:nvSpPr>
          <p:cNvPr id="22531" name="Rectangle 2"/>
          <p:cNvSpPr>
            <a:spLocks noGrp="1" noRot="1" noChangeAspect="1" noChangeArrowheads="1" noTextEdit="1"/>
          </p:cNvSpPr>
          <p:nvPr>
            <p:ph type="sldImg"/>
          </p:nvPr>
        </p:nvSpPr>
        <p:spPr>
          <a:xfrm>
            <a:off x="911225" y="744538"/>
            <a:ext cx="4959350" cy="3719512"/>
          </a:xfrm>
          <a:ln/>
        </p:spPr>
      </p:sp>
      <p:sp>
        <p:nvSpPr>
          <p:cNvPr id="22532" name="Rectangle 3"/>
          <p:cNvSpPr>
            <a:spLocks noGrp="1" noChangeArrowheads="1"/>
          </p:cNvSpPr>
          <p:nvPr>
            <p:ph type="body" idx="1"/>
          </p:nvPr>
        </p:nvSpPr>
        <p:spPr>
          <a:xfrm>
            <a:off x="677863" y="4711700"/>
            <a:ext cx="542607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Autofit/>
          </a:bodyPr>
          <a:lstStyle>
            <a:lvl1pPr>
              <a:defRPr sz="5400">
                <a:latin typeface="微软雅黑 Light" pitchFamily="34" charset="-122"/>
                <a:ea typeface="微软雅黑 Light" pitchFamily="34" charset="-122"/>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7352CD92-E9E2-4E06-B904-3342A4A3FDD2}" type="datetimeFigureOut">
              <a:rPr lang="en-US" smtClean="0"/>
              <a:t>9/11/23</a:t>
            </a:fld>
            <a:endParaRPr lang="en-US"/>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3545642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tx1">
                    <a:lumMod val="50000"/>
                    <a:lumOff val="50000"/>
                  </a:schemeClr>
                </a:solidFill>
                <a:latin typeface="微软雅黑" pitchFamily="34" charset="-122"/>
                <a:ea typeface="微软雅黑" pitchFamily="34" charset="-122"/>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352CD92-E9E2-4E06-B904-3342A4A3FDD2}" type="datetimeFigureOut">
              <a:rPr lang="en-US" smtClean="0"/>
              <a:t>9/11/23</a:t>
            </a:fld>
            <a:endParaRPr lang="en-US"/>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200934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52CD92-E9E2-4E06-B904-3342A4A3FDD2}" type="datetimeFigureOut">
              <a:rPr lang="en-US" smtClean="0"/>
              <a:t>9/11/23</a:t>
            </a:fld>
            <a:endParaRPr lang="en-US"/>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2124567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52CD92-E9E2-4E06-B904-3342A4A3FDD2}" type="datetimeFigureOut">
              <a:rPr lang="en-US" smtClean="0"/>
              <a:t>9/11/23</a:t>
            </a:fld>
            <a:endParaRPr lang="en-US"/>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29128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52CD92-E9E2-4E06-B904-3342A4A3FDD2}" type="datetimeFigureOut">
              <a:rPr lang="en-US" smtClean="0"/>
              <a:t>9/11/23</a:t>
            </a:fld>
            <a:endParaRPr lang="en-US"/>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1643824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lumMod val="65000"/>
                    <a:lumOff val="35000"/>
                  </a:schemeClr>
                </a:solidFill>
                <a:latin typeface="微软雅黑" pitchFamily="34" charset="-122"/>
                <a:ea typeface="微软雅黑" pitchFamily="34" charset="-122"/>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52CD92-E9E2-4E06-B904-3342A4A3FDD2}" type="datetimeFigureOut">
              <a:rPr lang="en-US" smtClean="0"/>
              <a:t>9/11/23</a:t>
            </a:fld>
            <a:endParaRPr lang="en-US"/>
          </a:p>
        </p:txBody>
      </p:sp>
      <p:sp>
        <p:nvSpPr>
          <p:cNvPr id="4" name="Footer Placeholder 3"/>
          <p:cNvSpPr>
            <a:spLocks noGrp="1"/>
          </p:cNvSpPr>
          <p:nvPr>
            <p:ph type="ftr" sz="quarter" idx="11"/>
          </p:nvPr>
        </p:nvSpPr>
        <p:spPr/>
        <p:txBody>
          <a:bodyPr/>
          <a:lstStyle/>
          <a:p>
            <a:endParaRPr lang="en-US" altLang="zh-CN"/>
          </a:p>
        </p:txBody>
      </p:sp>
      <p:sp>
        <p:nvSpPr>
          <p:cNvPr id="5" name="Slide Number Placeholder 4"/>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291448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52CD92-E9E2-4E06-B904-3342A4A3FDD2}" type="datetimeFigureOut">
              <a:rPr lang="en-US" smtClean="0"/>
              <a:t>9/11/23</a:t>
            </a:fld>
            <a:endParaRPr lang="en-US"/>
          </a:p>
        </p:txBody>
      </p:sp>
      <p:sp>
        <p:nvSpPr>
          <p:cNvPr id="3" name="Footer Placeholder 2"/>
          <p:cNvSpPr>
            <a:spLocks noGrp="1"/>
          </p:cNvSpPr>
          <p:nvPr>
            <p:ph type="ftr" sz="quarter" idx="11"/>
          </p:nvPr>
        </p:nvSpPr>
        <p:spPr/>
        <p:txBody>
          <a:bodyPr/>
          <a:lstStyle/>
          <a:p>
            <a:endParaRPr lang="en-US" altLang="zh-CN"/>
          </a:p>
        </p:txBody>
      </p:sp>
      <p:sp>
        <p:nvSpPr>
          <p:cNvPr id="4" name="Slide Number Placeholder 3"/>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596669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52CD92-E9E2-4E06-B904-3342A4A3FDD2}" type="datetimeFigureOut">
              <a:rPr lang="en-US" smtClean="0"/>
              <a:t>9/11/23</a:t>
            </a:fld>
            <a:endParaRPr lang="en-US"/>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3206222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52CD92-E9E2-4E06-B904-3342A4A3FDD2}" type="datetimeFigureOut">
              <a:rPr lang="en-US" smtClean="0"/>
              <a:t>9/11/23</a:t>
            </a:fld>
            <a:endParaRPr lang="en-US"/>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4214894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52CD92-E9E2-4E06-B904-3342A4A3FDD2}" type="datetimeFigureOut">
              <a:rPr lang="en-US" smtClean="0"/>
              <a:t>9/11/23</a:t>
            </a:fld>
            <a:endParaRPr lang="en-US"/>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2520893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52CD92-E9E2-4E06-B904-3342A4A3FDD2}" type="datetimeFigureOut">
              <a:rPr lang="en-US" smtClean="0"/>
              <a:t>9/11/23</a:t>
            </a:fld>
            <a:endParaRPr lang="en-US"/>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554406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52CD92-E9E2-4E06-B904-3342A4A3FDD2}" type="datetimeFigureOut">
              <a:rPr lang="en-US" smtClean="0"/>
              <a:t>9/11/23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E6BDDF-0D5D-437D-825C-0A2F32864773}" type="slidenum">
              <a:rPr lang="zh-CN" altLang="en-US" smtClean="0"/>
              <a:pPr/>
              <a:t>‹#›</a:t>
            </a:fld>
            <a:endParaRPr lang="en-US" altLang="zh-CN"/>
          </a:p>
        </p:txBody>
      </p:sp>
    </p:spTree>
    <p:extLst>
      <p:ext uri="{BB962C8B-B14F-4D97-AF65-F5344CB8AC3E}">
        <p14:creationId xmlns:p14="http://schemas.microsoft.com/office/powerpoint/2010/main" val="2871215763"/>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txStyles>
    <p:titleStyle>
      <a:lvl1pPr algn="ctr" defTabSz="914400" rtl="0" eaLnBrk="1" latinLnBrk="0" hangingPunct="1">
        <a:spcBef>
          <a:spcPct val="0"/>
        </a:spcBef>
        <a:buNone/>
        <a:defRPr sz="4400" b="1" kern="1200">
          <a:solidFill>
            <a:schemeClr val="tx1">
              <a:lumMod val="50000"/>
              <a:lumOff val="50000"/>
            </a:schemeClr>
          </a:solidFill>
          <a:latin typeface="微软雅黑" pitchFamily="34" charset="-122"/>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lumMod val="65000"/>
              <a:lumOff val="35000"/>
            </a:schemeClr>
          </a:solidFill>
          <a:latin typeface="微软雅黑 Light" pitchFamily="34" charset="-122"/>
          <a:ea typeface="微软雅黑 Light"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lumMod val="65000"/>
              <a:lumOff val="35000"/>
            </a:schemeClr>
          </a:solidFill>
          <a:latin typeface="微软雅黑 Light" pitchFamily="34" charset="-122"/>
          <a:ea typeface="微软雅黑 Light"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lumMod val="65000"/>
              <a:lumOff val="35000"/>
            </a:schemeClr>
          </a:solidFill>
          <a:latin typeface="微软雅黑 Light" pitchFamily="34" charset="-122"/>
          <a:ea typeface="微软雅黑 Light"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lumMod val="65000"/>
              <a:lumOff val="35000"/>
            </a:schemeClr>
          </a:solidFill>
          <a:latin typeface="微软雅黑 Light" pitchFamily="34" charset="-122"/>
          <a:ea typeface="微软雅黑 Light"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lumMod val="65000"/>
              <a:lumOff val="35000"/>
            </a:schemeClr>
          </a:solidFill>
          <a:latin typeface="微软雅黑 Light" pitchFamily="34" charset="-122"/>
          <a:ea typeface="微软雅黑 Light"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jianxiongguo@uic.edu.c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mailto:wangxubin@uic.edu.cn" TargetMode="External"/><Relationship Id="rId4" Type="http://schemas.openxmlformats.org/officeDocument/2006/relationships/hyperlink" Target="mailto:liyandi@uic.edu.cn"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mailto:amyzhang@uic.edu.cn"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mailto:t330201608@mail.uic.edu.cn" TargetMode="External"/><Relationship Id="rId4" Type="http://schemas.openxmlformats.org/officeDocument/2006/relationships/hyperlink" Target="mailto:yingranma@uic.edu.cn"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mailto:jianxiongguo@uic.edu.cn"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mailto:xuziting@uic.edu.cn" TargetMode="External"/><Relationship Id="rId4" Type="http://schemas.openxmlformats.org/officeDocument/2006/relationships/hyperlink" Target="mailto:morrisynxu@uic.edu.c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6"/>
          <p:cNvSpPr>
            <a:spLocks noGrp="1" noChangeArrowheads="1"/>
          </p:cNvSpPr>
          <p:nvPr>
            <p:ph type="ctrTitle"/>
          </p:nvPr>
        </p:nvSpPr>
        <p:spPr>
          <a:xfrm>
            <a:off x="685800" y="1143000"/>
            <a:ext cx="7772400" cy="2232025"/>
          </a:xfrm>
          <a:noFill/>
        </p:spPr>
        <p:txBody>
          <a:bodyPr>
            <a:noAutofit/>
          </a:bodyPr>
          <a:lstStyle/>
          <a:p>
            <a:r>
              <a:rPr lang="en-US" altLang="zh-TW" sz="3200" dirty="0">
                <a:solidFill>
                  <a:schemeClr val="tx1">
                    <a:tint val="75000"/>
                  </a:schemeClr>
                </a:solidFill>
              </a:rPr>
              <a:t>Data Structures and Algorithms</a:t>
            </a:r>
            <a:br>
              <a:rPr lang="en-US" altLang="zh-TW" sz="3200" dirty="0">
                <a:solidFill>
                  <a:schemeClr val="tx1">
                    <a:tint val="75000"/>
                  </a:schemeClr>
                </a:solidFill>
              </a:rPr>
            </a:br>
            <a:br>
              <a:rPr lang="en-US" altLang="zh-TW" sz="4000" b="1" dirty="0">
                <a:ea typeface="PMingLiU" pitchFamily="18" charset="-120"/>
              </a:rPr>
            </a:br>
            <a:r>
              <a:rPr lang="en-US" altLang="zh-TW" sz="4000" b="1" dirty="0">
                <a:latin typeface="Verdana" pitchFamily="34" charset="0"/>
                <a:ea typeface="Verdana" pitchFamily="34" charset="0"/>
                <a:cs typeface="Verdana" pitchFamily="34" charset="0"/>
              </a:rPr>
              <a:t>Lecture</a:t>
            </a:r>
            <a:r>
              <a:rPr lang="en-US" altLang="zh-CN" sz="4000" b="1" dirty="0">
                <a:latin typeface="Verdana" pitchFamily="34" charset="0"/>
                <a:ea typeface="Verdana" pitchFamily="34" charset="0"/>
                <a:cs typeface="Verdana" pitchFamily="34" charset="0"/>
              </a:rPr>
              <a:t> 1</a:t>
            </a:r>
            <a:r>
              <a:rPr lang="en-US" altLang="zh-TW" sz="4000" b="1" dirty="0">
                <a:latin typeface="Verdana" pitchFamily="34" charset="0"/>
                <a:ea typeface="Verdana" pitchFamily="34" charset="0"/>
                <a:cs typeface="Verdana" pitchFamily="34" charset="0"/>
              </a:rPr>
              <a:t>: </a:t>
            </a:r>
            <a:br>
              <a:rPr lang="en-US" altLang="zh-TW" sz="4000" b="1" dirty="0">
                <a:latin typeface="Verdana" pitchFamily="34" charset="0"/>
                <a:ea typeface="Verdana" pitchFamily="34" charset="0"/>
                <a:cs typeface="Verdana" pitchFamily="34" charset="0"/>
              </a:rPr>
            </a:br>
            <a:r>
              <a:rPr lang="en-US" altLang="zh-CN" sz="4000" b="1" dirty="0">
                <a:latin typeface="Verdana" pitchFamily="34" charset="0"/>
                <a:ea typeface="Verdana" pitchFamily="34" charset="0"/>
                <a:cs typeface="Verdana" pitchFamily="34" charset="0"/>
              </a:rPr>
              <a:t>Course Introduction</a:t>
            </a:r>
            <a:endParaRPr lang="en-US" altLang="zh-TW" sz="4000" b="1" dirty="0">
              <a:latin typeface="Verdana" pitchFamily="34" charset="0"/>
              <a:ea typeface="Verdana" pitchFamily="34" charset="0"/>
              <a:cs typeface="Verdana" pitchFamily="34" charset="0"/>
            </a:endParaRPr>
          </a:p>
        </p:txBody>
      </p:sp>
      <p:sp>
        <p:nvSpPr>
          <p:cNvPr id="3075" name="Rectangle 7"/>
          <p:cNvSpPr>
            <a:spLocks noGrp="1" noChangeArrowheads="1"/>
          </p:cNvSpPr>
          <p:nvPr>
            <p:ph type="subTitle" idx="1"/>
          </p:nvPr>
        </p:nvSpPr>
        <p:spPr>
          <a:xfrm>
            <a:off x="914400" y="4267200"/>
            <a:ext cx="7620000" cy="1371600"/>
          </a:xfrm>
          <a:noFill/>
        </p:spPr>
        <p:txBody>
          <a:bodyPr>
            <a:noAutofit/>
          </a:bodyPr>
          <a:lstStyle/>
          <a:p>
            <a:pPr eaLnBrk="1" hangingPunct="1"/>
            <a:r>
              <a:rPr lang="en-US" altLang="zh-CN" sz="2400" dirty="0">
                <a:ea typeface="宋体" pitchFamily="2" charset="-122"/>
              </a:rPr>
              <a:t>Department of Computer Science &amp; Technology</a:t>
            </a:r>
          </a:p>
          <a:p>
            <a:pPr eaLnBrk="1" hangingPunct="1"/>
            <a:r>
              <a:rPr lang="en-US" altLang="zh-CN" sz="2400" dirty="0">
                <a:ea typeface="宋体" pitchFamily="2" charset="-122"/>
              </a:rPr>
              <a:t>United International College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pPr eaLnBrk="1" hangingPunct="1"/>
            <a:r>
              <a:rPr lang="en-US" altLang="zh-CN" dirty="0">
                <a:ea typeface="宋体" pitchFamily="2" charset="-122"/>
              </a:rPr>
              <a:t>Course Information –1001/1004</a:t>
            </a:r>
          </a:p>
        </p:txBody>
      </p:sp>
      <p:sp>
        <p:nvSpPr>
          <p:cNvPr id="4099" name="Rectangle 3"/>
          <p:cNvSpPr>
            <a:spLocks noGrp="1" noChangeArrowheads="1"/>
          </p:cNvSpPr>
          <p:nvPr>
            <p:ph idx="1"/>
          </p:nvPr>
        </p:nvSpPr>
        <p:spPr/>
        <p:txBody>
          <a:bodyPr>
            <a:normAutofit/>
          </a:bodyPr>
          <a:lstStyle/>
          <a:p>
            <a:pPr eaLnBrk="1" hangingPunct="1"/>
            <a:r>
              <a:rPr lang="en-US" altLang="zh-CN" sz="2400" dirty="0">
                <a:ea typeface="宋体" pitchFamily="2" charset="-122"/>
              </a:rPr>
              <a:t>Teaching Staff</a:t>
            </a:r>
          </a:p>
          <a:p>
            <a:pPr lvl="1" eaLnBrk="1" hangingPunct="1"/>
            <a:r>
              <a:rPr lang="en-US" altLang="zh-CN" sz="2000" dirty="0">
                <a:ea typeface="宋体" pitchFamily="2" charset="-122"/>
              </a:rPr>
              <a:t>Instructor: </a:t>
            </a:r>
            <a:r>
              <a:rPr lang="en-US" altLang="zh-CN" sz="2000" dirty="0" err="1">
                <a:solidFill>
                  <a:srgbClr val="063DE8"/>
                </a:solidFill>
                <a:ea typeface="宋体" pitchFamily="2" charset="-122"/>
              </a:rPr>
              <a:t>Jianxiong</a:t>
            </a:r>
            <a:r>
              <a:rPr lang="en-US" altLang="zh-CN" sz="2000" dirty="0">
                <a:solidFill>
                  <a:srgbClr val="063DE8"/>
                </a:solidFill>
                <a:ea typeface="宋体" pitchFamily="2" charset="-122"/>
              </a:rPr>
              <a:t> Guo</a:t>
            </a:r>
          </a:p>
          <a:p>
            <a:pPr lvl="2" eaLnBrk="1" hangingPunct="1"/>
            <a:r>
              <a:rPr lang="en-US" altLang="zh-CN" sz="2000" dirty="0">
                <a:ea typeface="宋体" pitchFamily="2" charset="-122"/>
              </a:rPr>
              <a:t>Office: T3-501-R8</a:t>
            </a:r>
          </a:p>
          <a:p>
            <a:pPr lvl="2"/>
            <a:r>
              <a:rPr lang="en-US" altLang="zh-CN" sz="2000" dirty="0">
                <a:ea typeface="宋体" pitchFamily="2" charset="-122"/>
              </a:rPr>
              <a:t>Email: </a:t>
            </a:r>
            <a:r>
              <a:rPr lang="en-US" altLang="zh-CN" sz="2000" dirty="0">
                <a:ea typeface="宋体" pitchFamily="2" charset="-122"/>
                <a:hlinkClick r:id="rId3"/>
              </a:rPr>
              <a:t>jianxiongguo@uic.edu.cn</a:t>
            </a:r>
            <a:endParaRPr lang="en-US" altLang="zh-CN" sz="2000" dirty="0">
              <a:ea typeface="宋体" pitchFamily="2" charset="-122"/>
            </a:endParaRPr>
          </a:p>
          <a:p>
            <a:pPr lvl="1" eaLnBrk="1" hangingPunct="1"/>
            <a:r>
              <a:rPr lang="en-US" altLang="zh-CN" sz="2000" dirty="0">
                <a:ea typeface="宋体" pitchFamily="2" charset="-122"/>
              </a:rPr>
              <a:t>TA: </a:t>
            </a:r>
            <a:r>
              <a:rPr lang="en-US" altLang="zh-CN" sz="2000" dirty="0">
                <a:solidFill>
                  <a:srgbClr val="063DE8"/>
                </a:solidFill>
                <a:ea typeface="宋体" pitchFamily="2" charset="-122"/>
              </a:rPr>
              <a:t>Yandi Li</a:t>
            </a:r>
          </a:p>
          <a:p>
            <a:pPr lvl="2"/>
            <a:r>
              <a:rPr lang="en-US" altLang="zh-CN" sz="2000" dirty="0">
                <a:ea typeface="宋体" pitchFamily="2" charset="-122"/>
              </a:rPr>
              <a:t>Office: TBA</a:t>
            </a:r>
          </a:p>
          <a:p>
            <a:pPr lvl="2"/>
            <a:r>
              <a:rPr lang="en-US" altLang="zh-CN" sz="2000" dirty="0">
                <a:ea typeface="宋体" pitchFamily="2" charset="-122"/>
              </a:rPr>
              <a:t>Email: </a:t>
            </a:r>
            <a:r>
              <a:rPr lang="en-US" altLang="zh-CN" sz="2000" dirty="0">
                <a:ea typeface="宋体" pitchFamily="2" charset="-122"/>
                <a:hlinkClick r:id="rId4"/>
              </a:rPr>
              <a:t>liyandi@uic.edu.cn</a:t>
            </a:r>
            <a:endParaRPr lang="en-US" altLang="zh-CN" sz="2000" dirty="0">
              <a:ea typeface="宋体" pitchFamily="2" charset="-122"/>
            </a:endParaRPr>
          </a:p>
          <a:p>
            <a:pPr lvl="1" eaLnBrk="1" hangingPunct="1"/>
            <a:r>
              <a:rPr lang="en-US" altLang="zh-CN" sz="2000" dirty="0">
                <a:ea typeface="宋体" pitchFamily="2" charset="-122"/>
              </a:rPr>
              <a:t>TA: </a:t>
            </a:r>
            <a:r>
              <a:rPr lang="en-US" altLang="zh-CN" sz="2000" dirty="0" err="1">
                <a:solidFill>
                  <a:srgbClr val="063DE8"/>
                </a:solidFill>
                <a:ea typeface="宋体" pitchFamily="2" charset="-122"/>
              </a:rPr>
              <a:t>Xubin</a:t>
            </a:r>
            <a:r>
              <a:rPr lang="en-US" altLang="zh-CN" sz="2000" dirty="0">
                <a:solidFill>
                  <a:srgbClr val="063DE8"/>
                </a:solidFill>
                <a:ea typeface="宋体" pitchFamily="2" charset="-122"/>
              </a:rPr>
              <a:t> Wang</a:t>
            </a:r>
          </a:p>
          <a:p>
            <a:pPr lvl="2" eaLnBrk="1" hangingPunct="1"/>
            <a:r>
              <a:rPr lang="en-US" altLang="zh-CN" sz="2000" dirty="0">
                <a:ea typeface="宋体" pitchFamily="2" charset="-122"/>
              </a:rPr>
              <a:t>Office: TBA</a:t>
            </a:r>
          </a:p>
          <a:p>
            <a:pPr lvl="2"/>
            <a:r>
              <a:rPr lang="en-US" altLang="zh-CN" sz="2000" dirty="0">
                <a:ea typeface="宋体" pitchFamily="2" charset="-122"/>
              </a:rPr>
              <a:t>Email: </a:t>
            </a:r>
            <a:r>
              <a:rPr lang="en-US" altLang="zh-CN" sz="2000" dirty="0">
                <a:ea typeface="宋体" pitchFamily="2" charset="-122"/>
                <a:hlinkClick r:id="rId5"/>
              </a:rPr>
              <a:t>wangxubin@uic.edu.cn</a:t>
            </a:r>
            <a:endParaRPr lang="en-US" altLang="zh-CN" sz="2000" dirty="0">
              <a:ea typeface="宋体" pitchFamily="2" charset="-122"/>
            </a:endParaRPr>
          </a:p>
        </p:txBody>
      </p:sp>
    </p:spTree>
    <p:extLst>
      <p:ext uri="{BB962C8B-B14F-4D97-AF65-F5344CB8AC3E}">
        <p14:creationId xmlns:p14="http://schemas.microsoft.com/office/powerpoint/2010/main" val="3511914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pPr eaLnBrk="1" hangingPunct="1"/>
            <a:r>
              <a:rPr lang="en-US" altLang="zh-CN" dirty="0">
                <a:ea typeface="宋体" pitchFamily="2" charset="-122"/>
              </a:rPr>
              <a:t>Course Information –1003/1006</a:t>
            </a:r>
          </a:p>
        </p:txBody>
      </p:sp>
      <p:sp>
        <p:nvSpPr>
          <p:cNvPr id="4099" name="Rectangle 3"/>
          <p:cNvSpPr>
            <a:spLocks noGrp="1" noChangeArrowheads="1"/>
          </p:cNvSpPr>
          <p:nvPr>
            <p:ph idx="1"/>
          </p:nvPr>
        </p:nvSpPr>
        <p:spPr/>
        <p:txBody>
          <a:bodyPr>
            <a:normAutofit/>
          </a:bodyPr>
          <a:lstStyle/>
          <a:p>
            <a:pPr eaLnBrk="1" hangingPunct="1"/>
            <a:r>
              <a:rPr lang="en-US" altLang="zh-CN" sz="2400" dirty="0">
                <a:ea typeface="宋体" pitchFamily="2" charset="-122"/>
              </a:rPr>
              <a:t>Teaching Staff</a:t>
            </a:r>
          </a:p>
          <a:p>
            <a:pPr lvl="1" eaLnBrk="1" hangingPunct="1"/>
            <a:r>
              <a:rPr lang="en-US" altLang="zh-CN" sz="2000" dirty="0">
                <a:ea typeface="宋体" pitchFamily="2" charset="-122"/>
              </a:rPr>
              <a:t>Instructor: Amy Hui Zhang</a:t>
            </a:r>
            <a:endParaRPr lang="en-US" altLang="zh-CN" sz="2000" dirty="0">
              <a:solidFill>
                <a:srgbClr val="063DE8"/>
              </a:solidFill>
              <a:ea typeface="宋体" pitchFamily="2" charset="-122"/>
            </a:endParaRPr>
          </a:p>
          <a:p>
            <a:pPr lvl="2" eaLnBrk="1" hangingPunct="1"/>
            <a:r>
              <a:rPr lang="en-US" altLang="zh-CN" sz="2000" dirty="0">
                <a:ea typeface="宋体" pitchFamily="2" charset="-122"/>
              </a:rPr>
              <a:t>Office</a:t>
            </a:r>
            <a:r>
              <a:rPr lang="en-US" altLang="zh-CN" sz="2000">
                <a:ea typeface="宋体" pitchFamily="2" charset="-122"/>
              </a:rPr>
              <a:t>: T3-602-R7</a:t>
            </a:r>
            <a:endParaRPr lang="en-US" altLang="zh-CN" sz="2000" dirty="0">
              <a:ea typeface="宋体" pitchFamily="2" charset="-122"/>
            </a:endParaRPr>
          </a:p>
          <a:p>
            <a:pPr lvl="2"/>
            <a:r>
              <a:rPr lang="en-US" altLang="zh-CN" sz="2000" dirty="0">
                <a:ea typeface="宋体" pitchFamily="2" charset="-122"/>
              </a:rPr>
              <a:t>Email: </a:t>
            </a:r>
            <a:r>
              <a:rPr lang="en-US" altLang="zh-CN" sz="2000" dirty="0">
                <a:ea typeface="宋体" pitchFamily="2" charset="-122"/>
                <a:hlinkClick r:id="rId3"/>
              </a:rPr>
              <a:t>amyzhang@uic.edu.cn</a:t>
            </a:r>
            <a:endParaRPr lang="en-US" altLang="zh-CN" sz="2000" dirty="0">
              <a:ea typeface="宋体" pitchFamily="2" charset="-122"/>
            </a:endParaRPr>
          </a:p>
          <a:p>
            <a:pPr lvl="1" eaLnBrk="1" hangingPunct="1"/>
            <a:r>
              <a:rPr lang="en-US" altLang="zh-CN" sz="2000" dirty="0">
                <a:ea typeface="宋体" pitchFamily="2" charset="-122"/>
              </a:rPr>
              <a:t>TA: </a:t>
            </a:r>
            <a:r>
              <a:rPr lang="en-US" altLang="zh-CN" sz="2000" dirty="0">
                <a:solidFill>
                  <a:srgbClr val="063DE8"/>
                </a:solidFill>
                <a:ea typeface="宋体" pitchFamily="2" charset="-122"/>
              </a:rPr>
              <a:t>Nina </a:t>
            </a:r>
            <a:r>
              <a:rPr lang="en-US" altLang="zh-CN" sz="2000" dirty="0" err="1">
                <a:solidFill>
                  <a:srgbClr val="063DE8"/>
                </a:solidFill>
                <a:ea typeface="宋体" pitchFamily="2" charset="-122"/>
              </a:rPr>
              <a:t>Yingran</a:t>
            </a:r>
            <a:r>
              <a:rPr lang="en-US" altLang="zh-CN" sz="2000" dirty="0">
                <a:solidFill>
                  <a:srgbClr val="063DE8"/>
                </a:solidFill>
                <a:ea typeface="宋体" pitchFamily="2" charset="-122"/>
              </a:rPr>
              <a:t> Ma</a:t>
            </a:r>
          </a:p>
          <a:p>
            <a:pPr lvl="2"/>
            <a:r>
              <a:rPr lang="en-US" altLang="zh-CN" sz="2000" dirty="0">
                <a:ea typeface="宋体" pitchFamily="2" charset="-122"/>
              </a:rPr>
              <a:t>Office: TBA</a:t>
            </a:r>
          </a:p>
          <a:p>
            <a:pPr lvl="2"/>
            <a:r>
              <a:rPr lang="en-US" altLang="zh-CN" sz="2000" dirty="0">
                <a:ea typeface="宋体" pitchFamily="2" charset="-122"/>
              </a:rPr>
              <a:t>Email: </a:t>
            </a:r>
            <a:r>
              <a:rPr lang="en-US" altLang="zh-CN" sz="2000" dirty="0">
                <a:ea typeface="宋体" pitchFamily="2" charset="-122"/>
                <a:hlinkClick r:id="rId4"/>
              </a:rPr>
              <a:t>yingranma@uic.edu.cn</a:t>
            </a:r>
            <a:endParaRPr lang="en-US" altLang="zh-CN" sz="2000" dirty="0">
              <a:ea typeface="宋体" pitchFamily="2" charset="-122"/>
            </a:endParaRPr>
          </a:p>
          <a:p>
            <a:pPr lvl="1" eaLnBrk="1" hangingPunct="1"/>
            <a:r>
              <a:rPr lang="en-US" altLang="zh-CN" sz="2000" dirty="0">
                <a:ea typeface="宋体" pitchFamily="2" charset="-122"/>
              </a:rPr>
              <a:t>TA: </a:t>
            </a:r>
            <a:r>
              <a:rPr lang="en-US" altLang="zh-CN" sz="2000" dirty="0" err="1">
                <a:solidFill>
                  <a:srgbClr val="063DE8"/>
                </a:solidFill>
                <a:ea typeface="宋体" pitchFamily="2" charset="-122"/>
              </a:rPr>
              <a:t>Yuting</a:t>
            </a:r>
            <a:r>
              <a:rPr lang="en-US" altLang="zh-CN" sz="2000" dirty="0">
                <a:solidFill>
                  <a:srgbClr val="063DE8"/>
                </a:solidFill>
                <a:ea typeface="宋体" pitchFamily="2" charset="-122"/>
              </a:rPr>
              <a:t> Lai</a:t>
            </a:r>
          </a:p>
          <a:p>
            <a:pPr lvl="2" eaLnBrk="1" hangingPunct="1"/>
            <a:r>
              <a:rPr lang="en-US" altLang="zh-CN" sz="2000" dirty="0">
                <a:ea typeface="宋体" pitchFamily="2" charset="-122"/>
              </a:rPr>
              <a:t>Office: TBA</a:t>
            </a:r>
          </a:p>
          <a:p>
            <a:pPr lvl="2"/>
            <a:r>
              <a:rPr lang="en-US" altLang="zh-CN" sz="2000" dirty="0">
                <a:ea typeface="宋体" pitchFamily="2" charset="-122"/>
              </a:rPr>
              <a:t>Email: </a:t>
            </a:r>
            <a:r>
              <a:rPr lang="en" altLang="zh-CN" sz="2000" dirty="0">
                <a:ea typeface="宋体" pitchFamily="2" charset="-122"/>
                <a:hlinkClick r:id="rId5"/>
              </a:rPr>
              <a:t>t330201608@mail.uic.edu.cn</a:t>
            </a:r>
            <a:endParaRPr lang="en-US" altLang="zh-CN" sz="2000" dirty="0">
              <a:ea typeface="宋体" pitchFamily="2" charset="-122"/>
            </a:endParaRPr>
          </a:p>
        </p:txBody>
      </p:sp>
    </p:spTree>
    <p:extLst>
      <p:ext uri="{BB962C8B-B14F-4D97-AF65-F5344CB8AC3E}">
        <p14:creationId xmlns:p14="http://schemas.microsoft.com/office/powerpoint/2010/main" val="4094660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pPr eaLnBrk="1" hangingPunct="1"/>
            <a:r>
              <a:rPr lang="en-US" altLang="zh-CN" dirty="0">
                <a:ea typeface="宋体" pitchFamily="2" charset="-122"/>
              </a:rPr>
              <a:t>Course Information –1005/1009</a:t>
            </a:r>
          </a:p>
        </p:txBody>
      </p:sp>
      <p:sp>
        <p:nvSpPr>
          <p:cNvPr id="4099" name="Rectangle 3"/>
          <p:cNvSpPr>
            <a:spLocks noGrp="1" noChangeArrowheads="1"/>
          </p:cNvSpPr>
          <p:nvPr>
            <p:ph idx="1"/>
          </p:nvPr>
        </p:nvSpPr>
        <p:spPr/>
        <p:txBody>
          <a:bodyPr>
            <a:normAutofit/>
          </a:bodyPr>
          <a:lstStyle/>
          <a:p>
            <a:pPr eaLnBrk="1" hangingPunct="1"/>
            <a:r>
              <a:rPr lang="en-US" altLang="zh-CN" sz="2400" dirty="0">
                <a:ea typeface="宋体" pitchFamily="2" charset="-122"/>
              </a:rPr>
              <a:t>Teaching Staff</a:t>
            </a:r>
          </a:p>
          <a:p>
            <a:pPr lvl="1" eaLnBrk="1" hangingPunct="1"/>
            <a:r>
              <a:rPr lang="en-US" altLang="zh-CN" sz="2000" dirty="0">
                <a:ea typeface="宋体" pitchFamily="2" charset="-122"/>
              </a:rPr>
              <a:t>Instructor: </a:t>
            </a:r>
            <a:r>
              <a:rPr lang="en-US" altLang="zh-CN" sz="2000" dirty="0">
                <a:solidFill>
                  <a:srgbClr val="063DE8"/>
                </a:solidFill>
                <a:ea typeface="宋体" pitchFamily="2" charset="-122"/>
              </a:rPr>
              <a:t>Xiao Dong</a:t>
            </a:r>
          </a:p>
          <a:p>
            <a:pPr lvl="2" eaLnBrk="1" hangingPunct="1"/>
            <a:r>
              <a:rPr lang="en-US" altLang="zh-CN" sz="2000" dirty="0">
                <a:ea typeface="宋体" pitchFamily="2" charset="-122"/>
              </a:rPr>
              <a:t>Office: T6-403-R2</a:t>
            </a:r>
          </a:p>
          <a:p>
            <a:pPr lvl="2"/>
            <a:r>
              <a:rPr lang="en-US" altLang="zh-CN" sz="2000" dirty="0">
                <a:ea typeface="宋体" pitchFamily="2" charset="-122"/>
              </a:rPr>
              <a:t>Email: </a:t>
            </a:r>
            <a:r>
              <a:rPr lang="en-US" altLang="zh-CN" sz="2000" dirty="0">
                <a:ea typeface="宋体" pitchFamily="2" charset="-122"/>
                <a:hlinkClick r:id="rId3"/>
              </a:rPr>
              <a:t>jianxiongguo@uic.edu.cn</a:t>
            </a:r>
            <a:endParaRPr lang="en-US" altLang="zh-CN" sz="2000" dirty="0">
              <a:ea typeface="宋体" pitchFamily="2" charset="-122"/>
            </a:endParaRPr>
          </a:p>
          <a:p>
            <a:pPr lvl="1" eaLnBrk="1" hangingPunct="1"/>
            <a:r>
              <a:rPr lang="en-US" altLang="zh-CN" sz="2000" dirty="0">
                <a:ea typeface="宋体" pitchFamily="2" charset="-122"/>
              </a:rPr>
              <a:t>TA: </a:t>
            </a:r>
            <a:r>
              <a:rPr lang="en-US" altLang="zh-CN" sz="2000" dirty="0" err="1">
                <a:solidFill>
                  <a:srgbClr val="063DE8"/>
                </a:solidFill>
                <a:ea typeface="宋体" pitchFamily="2" charset="-122"/>
              </a:rPr>
              <a:t>Yinong</a:t>
            </a:r>
            <a:r>
              <a:rPr lang="en-US" altLang="zh-CN" sz="2000" dirty="0">
                <a:solidFill>
                  <a:srgbClr val="063DE8"/>
                </a:solidFill>
                <a:ea typeface="宋体" pitchFamily="2" charset="-122"/>
              </a:rPr>
              <a:t> Xu</a:t>
            </a:r>
          </a:p>
          <a:p>
            <a:pPr lvl="2"/>
            <a:r>
              <a:rPr lang="en-US" altLang="zh-CN" sz="2000" dirty="0">
                <a:ea typeface="宋体" pitchFamily="2" charset="-122"/>
              </a:rPr>
              <a:t>Office: TBA</a:t>
            </a:r>
          </a:p>
          <a:p>
            <a:pPr lvl="2"/>
            <a:r>
              <a:rPr lang="en-US" altLang="zh-CN" sz="2000" dirty="0">
                <a:ea typeface="宋体" pitchFamily="2" charset="-122"/>
              </a:rPr>
              <a:t>Email: </a:t>
            </a:r>
            <a:r>
              <a:rPr lang="en" altLang="zh-CN" sz="2000" dirty="0">
                <a:ea typeface="宋体" pitchFamily="2" charset="-122"/>
                <a:hlinkClick r:id="rId4"/>
              </a:rPr>
              <a:t>morrisynxu@uic.edu.cn</a:t>
            </a:r>
            <a:r>
              <a:rPr lang="en" altLang="zh-CN" sz="2000" dirty="0">
                <a:ea typeface="宋体" pitchFamily="2" charset="-122"/>
              </a:rPr>
              <a:t> </a:t>
            </a:r>
            <a:endParaRPr lang="en-US" altLang="zh-CN" sz="2000" dirty="0">
              <a:ea typeface="宋体" pitchFamily="2" charset="-122"/>
            </a:endParaRPr>
          </a:p>
          <a:p>
            <a:pPr lvl="1" eaLnBrk="1" hangingPunct="1"/>
            <a:r>
              <a:rPr lang="en-US" altLang="zh-CN" sz="2000" dirty="0">
                <a:ea typeface="宋体" pitchFamily="2" charset="-122"/>
              </a:rPr>
              <a:t>TA: </a:t>
            </a:r>
            <a:r>
              <a:rPr lang="en-US" altLang="zh-CN" sz="2000" dirty="0" err="1">
                <a:solidFill>
                  <a:srgbClr val="063DE8"/>
                </a:solidFill>
                <a:ea typeface="宋体" pitchFamily="2" charset="-122"/>
              </a:rPr>
              <a:t>Ziting</a:t>
            </a:r>
            <a:r>
              <a:rPr lang="en-US" altLang="zh-CN" sz="2000" dirty="0">
                <a:solidFill>
                  <a:srgbClr val="063DE8"/>
                </a:solidFill>
                <a:ea typeface="宋体" pitchFamily="2" charset="-122"/>
              </a:rPr>
              <a:t> Xu</a:t>
            </a:r>
          </a:p>
          <a:p>
            <a:pPr lvl="2" eaLnBrk="1" hangingPunct="1"/>
            <a:r>
              <a:rPr lang="en-US" altLang="zh-CN" sz="2000" dirty="0">
                <a:ea typeface="宋体" pitchFamily="2" charset="-122"/>
              </a:rPr>
              <a:t>Office: TBA</a:t>
            </a:r>
          </a:p>
          <a:p>
            <a:pPr lvl="2"/>
            <a:r>
              <a:rPr lang="en-US" altLang="zh-CN" sz="2000" dirty="0">
                <a:ea typeface="宋体" pitchFamily="2" charset="-122"/>
              </a:rPr>
              <a:t>Email: </a:t>
            </a:r>
            <a:r>
              <a:rPr lang="en" altLang="zh-CN" sz="2000" dirty="0">
                <a:ea typeface="宋体" pitchFamily="2" charset="-122"/>
                <a:hlinkClick r:id="rId5"/>
              </a:rPr>
              <a:t>xuziting@uic.edu.cn</a:t>
            </a:r>
            <a:endParaRPr lang="en-US" altLang="zh-CN" sz="2000" dirty="0">
              <a:ea typeface="宋体" pitchFamily="2" charset="-122"/>
            </a:endParaRPr>
          </a:p>
        </p:txBody>
      </p:sp>
    </p:spTree>
    <p:extLst>
      <p:ext uri="{BB962C8B-B14F-4D97-AF65-F5344CB8AC3E}">
        <p14:creationId xmlns:p14="http://schemas.microsoft.com/office/powerpoint/2010/main" val="1502385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19100" y="1676400"/>
            <a:ext cx="3276600" cy="1143000"/>
          </a:xfrm>
        </p:spPr>
        <p:txBody>
          <a:bodyPr/>
          <a:lstStyle/>
          <a:p>
            <a:pPr eaLnBrk="1" hangingPunct="1"/>
            <a:r>
              <a:rPr lang="en-US" altLang="zh-CN" dirty="0">
                <a:ea typeface="宋体" pitchFamily="2" charset="-122"/>
              </a:rPr>
              <a:t>Textbook</a:t>
            </a:r>
          </a:p>
        </p:txBody>
      </p:sp>
      <p:sp>
        <p:nvSpPr>
          <p:cNvPr id="7171" name="Rectangle 3"/>
          <p:cNvSpPr>
            <a:spLocks noGrp="1" noChangeArrowheads="1"/>
          </p:cNvSpPr>
          <p:nvPr>
            <p:ph idx="1"/>
          </p:nvPr>
        </p:nvSpPr>
        <p:spPr>
          <a:xfrm>
            <a:off x="228600" y="3124200"/>
            <a:ext cx="3657600" cy="3001963"/>
          </a:xfrm>
        </p:spPr>
        <p:txBody>
          <a:bodyPr>
            <a:normAutofit/>
          </a:bodyPr>
          <a:lstStyle/>
          <a:p>
            <a:pPr marL="130175">
              <a:lnSpc>
                <a:spcPct val="90000"/>
              </a:lnSpc>
            </a:pPr>
            <a:r>
              <a:rPr lang="en-US" altLang="zh-CN" sz="3600" dirty="0">
                <a:ea typeface="宋体" pitchFamily="2" charset="-122"/>
              </a:rPr>
              <a:t>Any version is fine</a:t>
            </a:r>
          </a:p>
        </p:txBody>
      </p:sp>
      <p:pic>
        <p:nvPicPr>
          <p:cNvPr id="1028" name="Picture 4" descr="Data Structures and Algorithm Analysis in Java》 【摘要书评试读】图书">
            <a:extLst>
              <a:ext uri="{FF2B5EF4-FFF2-40B4-BE49-F238E27FC236}">
                <a16:creationId xmlns:a16="http://schemas.microsoft.com/office/drawing/2014/main" id="{A0708B22-12CB-9CFA-4004-511BCAA85BD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43350" y="1044"/>
            <a:ext cx="520065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en-US" altLang="zh-CN" dirty="0">
                <a:ea typeface="宋体" pitchFamily="2" charset="-122"/>
              </a:rPr>
              <a:t>Grading</a:t>
            </a:r>
            <a:endParaRPr lang="zh-CN" altLang="en-US" dirty="0">
              <a:ea typeface="宋体" pitchFamily="2" charset="-122"/>
            </a:endParaRPr>
          </a:p>
        </p:txBody>
      </p:sp>
      <p:sp>
        <p:nvSpPr>
          <p:cNvPr id="6147" name="内容占位符 2"/>
          <p:cNvSpPr>
            <a:spLocks noGrp="1"/>
          </p:cNvSpPr>
          <p:nvPr>
            <p:ph idx="1"/>
          </p:nvPr>
        </p:nvSpPr>
        <p:spPr/>
        <p:txBody>
          <a:bodyPr/>
          <a:lstStyle/>
          <a:p>
            <a:r>
              <a:rPr lang="en-US" altLang="zh-CN" dirty="0">
                <a:ea typeface="宋体" pitchFamily="2" charset="-122"/>
              </a:rPr>
              <a:t>Assignments</a:t>
            </a:r>
          </a:p>
          <a:p>
            <a:pPr lvl="1"/>
            <a:r>
              <a:rPr lang="en-US" altLang="zh-CN" dirty="0">
                <a:ea typeface="宋体" pitchFamily="2" charset="-122"/>
              </a:rPr>
              <a:t>Written assignments (</a:t>
            </a:r>
            <a:r>
              <a:rPr lang="en-US" altLang="zh-CN" dirty="0">
                <a:solidFill>
                  <a:srgbClr val="063DE8"/>
                </a:solidFill>
                <a:ea typeface="宋体" pitchFamily="2" charset="-122"/>
              </a:rPr>
              <a:t>15%</a:t>
            </a:r>
            <a:r>
              <a:rPr lang="en-US" altLang="zh-CN" dirty="0">
                <a:ea typeface="宋体" pitchFamily="2" charset="-122"/>
              </a:rPr>
              <a:t>)</a:t>
            </a:r>
          </a:p>
          <a:p>
            <a:pPr lvl="1"/>
            <a:r>
              <a:rPr lang="en-US" altLang="zh-CN" dirty="0">
                <a:ea typeface="宋体" pitchFamily="2" charset="-122"/>
              </a:rPr>
              <a:t>Coding assignments (</a:t>
            </a:r>
            <a:r>
              <a:rPr lang="en-US" altLang="zh-CN" dirty="0">
                <a:solidFill>
                  <a:srgbClr val="063DE8"/>
                </a:solidFill>
                <a:ea typeface="宋体" pitchFamily="2" charset="-122"/>
              </a:rPr>
              <a:t>35%</a:t>
            </a:r>
            <a:r>
              <a:rPr lang="en-US" altLang="zh-CN" dirty="0">
                <a:ea typeface="宋体" pitchFamily="2" charset="-122"/>
              </a:rPr>
              <a:t>)</a:t>
            </a:r>
          </a:p>
          <a:p>
            <a:r>
              <a:rPr lang="en-US" altLang="zh-CN" dirty="0">
                <a:ea typeface="宋体" pitchFamily="2" charset="-122"/>
              </a:rPr>
              <a:t>Quizzes / Midterm Examination (</a:t>
            </a:r>
            <a:r>
              <a:rPr lang="en-US" altLang="zh-CN" dirty="0">
                <a:solidFill>
                  <a:srgbClr val="063DE8"/>
                </a:solidFill>
                <a:ea typeface="宋体" pitchFamily="2" charset="-122"/>
              </a:rPr>
              <a:t>10%</a:t>
            </a:r>
            <a:r>
              <a:rPr lang="en-US" altLang="zh-CN" dirty="0">
                <a:ea typeface="宋体" pitchFamily="2" charset="-122"/>
              </a:rPr>
              <a:t>)</a:t>
            </a:r>
          </a:p>
          <a:p>
            <a:r>
              <a:rPr lang="en-US" altLang="zh-CN" dirty="0">
                <a:ea typeface="宋体" pitchFamily="2" charset="-122"/>
              </a:rPr>
              <a:t>Final Examination (</a:t>
            </a:r>
            <a:r>
              <a:rPr lang="en-US" altLang="zh-CN" dirty="0">
                <a:solidFill>
                  <a:srgbClr val="063DE8"/>
                </a:solidFill>
                <a:ea typeface="宋体" pitchFamily="2" charset="-122"/>
              </a:rPr>
              <a:t>40%</a:t>
            </a:r>
            <a:r>
              <a:rPr lang="en-US" altLang="zh-CN" dirty="0">
                <a:ea typeface="宋体" pitchFamily="2" charset="-122"/>
              </a:rPr>
              <a:t>)</a:t>
            </a:r>
            <a:endParaRPr lang="zh-CN" altLang="en-US" dirty="0">
              <a:ea typeface="宋体"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9C6C8-49E2-45D5-B82C-06A26E7A52C1}"/>
              </a:ext>
            </a:extLst>
          </p:cNvPr>
          <p:cNvSpPr>
            <a:spLocks noGrp="1"/>
          </p:cNvSpPr>
          <p:nvPr>
            <p:ph type="title"/>
          </p:nvPr>
        </p:nvSpPr>
        <p:spPr/>
        <p:txBody>
          <a:bodyPr/>
          <a:lstStyle/>
          <a:p>
            <a:r>
              <a:rPr lang="en-US" altLang="zh-CN" dirty="0"/>
              <a:t>Late Submissions</a:t>
            </a:r>
            <a:endParaRPr lang="zh-CN" altLang="en-US" dirty="0"/>
          </a:p>
        </p:txBody>
      </p:sp>
      <p:sp>
        <p:nvSpPr>
          <p:cNvPr id="3" name="Content Placeholder 2">
            <a:extLst>
              <a:ext uri="{FF2B5EF4-FFF2-40B4-BE49-F238E27FC236}">
                <a16:creationId xmlns:a16="http://schemas.microsoft.com/office/drawing/2014/main" id="{B17310FD-955E-42AE-BE50-A6F91A1B91CA}"/>
              </a:ext>
            </a:extLst>
          </p:cNvPr>
          <p:cNvSpPr>
            <a:spLocks noGrp="1"/>
          </p:cNvSpPr>
          <p:nvPr>
            <p:ph idx="1"/>
          </p:nvPr>
        </p:nvSpPr>
        <p:spPr/>
        <p:txBody>
          <a:bodyPr/>
          <a:lstStyle/>
          <a:p>
            <a:r>
              <a:rPr lang="en-US" altLang="zh-CN" dirty="0"/>
              <a:t>No late submission is accepted.</a:t>
            </a:r>
          </a:p>
          <a:p>
            <a:pPr lvl="1"/>
            <a:r>
              <a:rPr lang="en-US" altLang="zh-CN" dirty="0"/>
              <a:t>Sufficient time will be given for every assignment.</a:t>
            </a:r>
          </a:p>
          <a:p>
            <a:pPr lvl="1"/>
            <a:r>
              <a:rPr lang="en-US" altLang="zh-CN" dirty="0"/>
              <a:t>Failing to submit your works on time will result in a score of zero.</a:t>
            </a:r>
          </a:p>
          <a:p>
            <a:pPr lvl="1"/>
            <a:r>
              <a:rPr lang="en-US" altLang="zh-CN" dirty="0"/>
              <a:t>Mind the deadlines!</a:t>
            </a:r>
          </a:p>
          <a:p>
            <a:pPr lvl="1"/>
            <a:endParaRPr lang="zh-CN" altLang="en-US" dirty="0"/>
          </a:p>
        </p:txBody>
      </p:sp>
    </p:spTree>
    <p:extLst>
      <p:ext uri="{BB962C8B-B14F-4D97-AF65-F5344CB8AC3E}">
        <p14:creationId xmlns:p14="http://schemas.microsoft.com/office/powerpoint/2010/main" val="700539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zh-CN">
                <a:ea typeface="宋体" pitchFamily="2" charset="-122"/>
              </a:rPr>
              <a:t>Plagiarism Policy</a:t>
            </a:r>
          </a:p>
        </p:txBody>
      </p:sp>
      <p:sp>
        <p:nvSpPr>
          <p:cNvPr id="8195" name="Rectangle 3"/>
          <p:cNvSpPr>
            <a:spLocks noGrp="1" noChangeArrowheads="1"/>
          </p:cNvSpPr>
          <p:nvPr>
            <p:ph idx="1"/>
          </p:nvPr>
        </p:nvSpPr>
        <p:spPr/>
        <p:txBody>
          <a:bodyPr/>
          <a:lstStyle/>
          <a:p>
            <a:pPr eaLnBrk="1" hangingPunct="1"/>
            <a:r>
              <a:rPr lang="en-US" altLang="zh-CN" dirty="0">
                <a:ea typeface="宋体" pitchFamily="2" charset="-122"/>
              </a:rPr>
              <a:t>Assignments: both get 0</a:t>
            </a:r>
          </a:p>
          <a:p>
            <a:pPr lvl="1"/>
            <a:r>
              <a:rPr lang="en-US" altLang="zh-CN" dirty="0">
                <a:ea typeface="宋体" pitchFamily="2" charset="-122"/>
              </a:rPr>
              <a:t>Regardless of who copied who</a:t>
            </a:r>
          </a:p>
          <a:p>
            <a:pPr lvl="1"/>
            <a:r>
              <a:rPr lang="en-US" altLang="zh-CN" dirty="0">
                <a:ea typeface="宋体" pitchFamily="2" charset="-122"/>
              </a:rPr>
              <a:t>Be protective of your works!</a:t>
            </a:r>
          </a:p>
          <a:p>
            <a:pPr eaLnBrk="1" hangingPunct="1"/>
            <a:r>
              <a:rPr lang="en-US" altLang="zh-CN" dirty="0">
                <a:ea typeface="宋体" pitchFamily="2" charset="-122"/>
              </a:rPr>
              <a:t>Exams: </a:t>
            </a:r>
            <a:r>
              <a:rPr lang="en-US" altLang="zh-TW" dirty="0">
                <a:ea typeface="PMingLiU" pitchFamily="18" charset="-120"/>
              </a:rPr>
              <a:t>an automatic FAIL</a:t>
            </a:r>
            <a:endParaRPr lang="en-US" altLang="zh-CN" dirty="0">
              <a:ea typeface="PMingLiU" pitchFamily="18" charset="-120"/>
            </a:endParaRPr>
          </a:p>
        </p:txBody>
      </p:sp>
      <p:sp>
        <p:nvSpPr>
          <p:cNvPr id="8196" name="Text Box 4"/>
          <p:cNvSpPr txBox="1">
            <a:spLocks noChangeArrowheads="1"/>
          </p:cNvSpPr>
          <p:nvPr/>
        </p:nvSpPr>
        <p:spPr bwMode="auto">
          <a:xfrm>
            <a:off x="990600" y="4114800"/>
            <a:ext cx="7162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dirty="0">
                <a:solidFill>
                  <a:srgbClr val="063DE8"/>
                </a:solidFill>
                <a:latin typeface="Arial" charset="0"/>
              </a:rPr>
              <a:t>You are not allowed to copy or slightly change others’ solutions or codes. You are not allowed to copy from the Internet either. All the works you submit must be your own.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zh-CN">
                <a:ea typeface="宋体" pitchFamily="2" charset="-122"/>
              </a:rPr>
              <a:t>Course Overview</a:t>
            </a:r>
          </a:p>
        </p:txBody>
      </p:sp>
      <p:sp>
        <p:nvSpPr>
          <p:cNvPr id="9219" name="Rectangle 3"/>
          <p:cNvSpPr>
            <a:spLocks noGrp="1" noChangeArrowheads="1"/>
          </p:cNvSpPr>
          <p:nvPr>
            <p:ph idx="1"/>
          </p:nvPr>
        </p:nvSpPr>
        <p:spPr/>
        <p:txBody>
          <a:bodyPr/>
          <a:lstStyle/>
          <a:p>
            <a:pPr eaLnBrk="1" hangingPunct="1"/>
            <a:r>
              <a:rPr lang="en-US" altLang="zh-CN" dirty="0">
                <a:ea typeface="宋体" pitchFamily="2" charset="-122"/>
              </a:rPr>
              <a:t>A fundamental computer science course</a:t>
            </a:r>
          </a:p>
          <a:p>
            <a:pPr lvl="1" eaLnBrk="1" hangingPunct="1"/>
            <a:r>
              <a:rPr lang="en-US" altLang="zh-CN" dirty="0">
                <a:ea typeface="宋体" pitchFamily="2" charset="-122"/>
              </a:rPr>
              <a:t>Essential for programming </a:t>
            </a:r>
          </a:p>
          <a:p>
            <a:pPr lvl="1" eaLnBrk="1" hangingPunct="1"/>
            <a:r>
              <a:rPr lang="en-US" altLang="zh-CN" dirty="0">
                <a:ea typeface="宋体" pitchFamily="2" charset="-122"/>
              </a:rPr>
              <a:t>Essential for advanced courses</a:t>
            </a:r>
          </a:p>
          <a:p>
            <a:pPr eaLnBrk="1" hangingPunct="1"/>
            <a:r>
              <a:rPr lang="en-US" altLang="zh-CN" dirty="0">
                <a:ea typeface="宋体" pitchFamily="2" charset="-122"/>
              </a:rPr>
              <a:t>A challenging course, which needs</a:t>
            </a:r>
          </a:p>
          <a:p>
            <a:pPr lvl="1" eaLnBrk="1" hangingPunct="1"/>
            <a:r>
              <a:rPr lang="en-US" altLang="zh-CN" dirty="0">
                <a:ea typeface="宋体" pitchFamily="2" charset="-122"/>
              </a:rPr>
              <a:t>Mathematical and logical thinking</a:t>
            </a:r>
          </a:p>
          <a:p>
            <a:pPr lvl="1" eaLnBrk="1" hangingPunct="1"/>
            <a:r>
              <a:rPr lang="en-US" altLang="zh-CN" dirty="0">
                <a:ea typeface="宋体" pitchFamily="2" charset="-122"/>
              </a:rPr>
              <a:t>Programming</a:t>
            </a:r>
            <a:endParaRPr lang="zh-CN" altLang="en-US" dirty="0">
              <a:ea typeface="宋体"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TW" dirty="0">
                <a:ea typeface="PMingLiU" pitchFamily="18" charset="-120"/>
              </a:rPr>
              <a:t>Course Prerequisite</a:t>
            </a:r>
          </a:p>
        </p:txBody>
      </p:sp>
      <p:sp>
        <p:nvSpPr>
          <p:cNvPr id="10243" name="Rectangle 3"/>
          <p:cNvSpPr>
            <a:spLocks noGrp="1" noChangeArrowheads="1"/>
          </p:cNvSpPr>
          <p:nvPr>
            <p:ph idx="1"/>
          </p:nvPr>
        </p:nvSpPr>
        <p:spPr/>
        <p:txBody>
          <a:bodyPr/>
          <a:lstStyle/>
          <a:p>
            <a:pPr eaLnBrk="1" hangingPunct="1"/>
            <a:r>
              <a:rPr lang="en-US" altLang="zh-CN" sz="2400" dirty="0">
                <a:ea typeface="PMingLiU" pitchFamily="18" charset="-120"/>
              </a:rPr>
              <a:t>Programming</a:t>
            </a:r>
            <a:endParaRPr lang="en-US" altLang="zh-TW" sz="2400" dirty="0">
              <a:ea typeface="PMingLiU" pitchFamily="18" charset="-120"/>
            </a:endParaRPr>
          </a:p>
          <a:p>
            <a:pPr lvl="1" eaLnBrk="1" hangingPunct="1"/>
            <a:r>
              <a:rPr lang="en-US" altLang="zh-TW" sz="2000" dirty="0">
                <a:ea typeface="PMingLiU" pitchFamily="18" charset="-120"/>
              </a:rPr>
              <a:t>Need to know </a:t>
            </a:r>
            <a:r>
              <a:rPr lang="en-US" altLang="zh-TW" sz="2000" dirty="0">
                <a:solidFill>
                  <a:srgbClr val="063DE8"/>
                </a:solidFill>
                <a:ea typeface="PMingLiU" pitchFamily="18" charset="-120"/>
              </a:rPr>
              <a:t>Java</a:t>
            </a:r>
          </a:p>
          <a:p>
            <a:pPr lvl="1" eaLnBrk="1" hangingPunct="1"/>
            <a:r>
              <a:rPr lang="en-US" altLang="zh-TW" sz="2000" dirty="0">
                <a:ea typeface="PMingLiU" pitchFamily="18" charset="-120"/>
              </a:rPr>
              <a:t>Eclipse or other PC programming environment</a:t>
            </a:r>
          </a:p>
          <a:p>
            <a:pPr lvl="1" eaLnBrk="1" hangingPunct="1"/>
            <a:r>
              <a:rPr lang="en-US" altLang="zh-TW" sz="2000" dirty="0">
                <a:ea typeface="PMingLiU" pitchFamily="18" charset="-120"/>
              </a:rPr>
              <a:t>Good programming skills</a:t>
            </a:r>
          </a:p>
          <a:p>
            <a:pPr lvl="1" eaLnBrk="1" hangingPunct="1"/>
            <a:r>
              <a:rPr lang="en-US" altLang="zh-TW" sz="2000" dirty="0">
                <a:ea typeface="PMingLiU" pitchFamily="18" charset="-120"/>
              </a:rPr>
              <a:t>Translate </a:t>
            </a:r>
            <a:r>
              <a:rPr lang="en-US" altLang="zh-TW" sz="2000" dirty="0">
                <a:solidFill>
                  <a:srgbClr val="063DE8"/>
                </a:solidFill>
                <a:ea typeface="PMingLiU" pitchFamily="18" charset="-120"/>
              </a:rPr>
              <a:t>pseudo-codes </a:t>
            </a:r>
            <a:r>
              <a:rPr lang="en-US" altLang="zh-TW" sz="2000" dirty="0">
                <a:ea typeface="PMingLiU" pitchFamily="18" charset="-120"/>
              </a:rPr>
              <a:t>into codes</a:t>
            </a:r>
          </a:p>
          <a:p>
            <a:pPr eaLnBrk="1" hangingPunct="1"/>
            <a:r>
              <a:rPr lang="en-US" altLang="zh-TW" sz="2400" dirty="0">
                <a:ea typeface="PMingLiU" pitchFamily="18" charset="-120"/>
              </a:rPr>
              <a:t>Basic mathematical skills</a:t>
            </a:r>
          </a:p>
          <a:p>
            <a:pPr lvl="1" eaLnBrk="1" hangingPunct="1"/>
            <a:r>
              <a:rPr lang="en-US" altLang="zh-TW" sz="2000" dirty="0">
                <a:ea typeface="PMingLiU" pitchFamily="18" charset="-120"/>
              </a:rPr>
              <a:t>Solving </a:t>
            </a:r>
            <a:r>
              <a:rPr lang="en-US" altLang="zh-TW" sz="2000" dirty="0">
                <a:solidFill>
                  <a:srgbClr val="063DE8"/>
                </a:solidFill>
                <a:ea typeface="PMingLiU" pitchFamily="18" charset="-120"/>
              </a:rPr>
              <a:t>recursive equations</a:t>
            </a:r>
            <a:r>
              <a:rPr lang="en-US" altLang="zh-TW" sz="2000" dirty="0">
                <a:ea typeface="PMingLiU" pitchFamily="18" charset="-120"/>
              </a:rPr>
              <a:t>, manipulation of symbols, etc.</a:t>
            </a:r>
          </a:p>
          <a:p>
            <a:pPr eaLnBrk="1" hangingPunct="1"/>
            <a:r>
              <a:rPr lang="en-US" altLang="zh-TW" sz="2400" dirty="0">
                <a:ea typeface="PMingLiU" pitchFamily="18" charset="-120"/>
              </a:rPr>
              <a:t>Computer architecture</a:t>
            </a:r>
          </a:p>
          <a:p>
            <a:pPr lvl="1" eaLnBrk="1" hangingPunct="1"/>
            <a:r>
              <a:rPr lang="en-US" altLang="zh-TW" sz="2000" dirty="0">
                <a:ea typeface="PMingLiU" pitchFamily="18" charset="-120"/>
              </a:rPr>
              <a:t>Storage, memory access, etc.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274638"/>
            <a:ext cx="9144000" cy="1143000"/>
          </a:xfrm>
        </p:spPr>
        <p:txBody>
          <a:bodyPr>
            <a:noAutofit/>
          </a:bodyPr>
          <a:lstStyle/>
          <a:p>
            <a:pPr eaLnBrk="1" hangingPunct="1"/>
            <a:r>
              <a:rPr lang="en-US" altLang="zh-CN" dirty="0">
                <a:ea typeface="宋体" pitchFamily="2" charset="-122"/>
              </a:rPr>
              <a:t>Topics Covered in this Course</a:t>
            </a:r>
            <a:endParaRPr lang="zh-CN" altLang="en-US" dirty="0">
              <a:ea typeface="宋体" pitchFamily="2" charset="-122"/>
            </a:endParaRPr>
          </a:p>
        </p:txBody>
      </p:sp>
      <p:sp>
        <p:nvSpPr>
          <p:cNvPr id="11267" name="Rectangle 3"/>
          <p:cNvSpPr>
            <a:spLocks noGrp="1" noChangeArrowheads="1"/>
          </p:cNvSpPr>
          <p:nvPr>
            <p:ph idx="1"/>
          </p:nvPr>
        </p:nvSpPr>
        <p:spPr>
          <a:xfrm>
            <a:off x="457200" y="1447800"/>
            <a:ext cx="8229600" cy="4800600"/>
          </a:xfrm>
        </p:spPr>
        <p:txBody>
          <a:bodyPr>
            <a:noAutofit/>
          </a:bodyPr>
          <a:lstStyle/>
          <a:p>
            <a:pPr eaLnBrk="1" hangingPunct="1">
              <a:lnSpc>
                <a:spcPct val="80000"/>
              </a:lnSpc>
            </a:pPr>
            <a:r>
              <a:rPr lang="en-US" altLang="zh-CN" sz="2400" dirty="0">
                <a:ea typeface="宋体" pitchFamily="2" charset="-122"/>
              </a:rPr>
              <a:t>Algorithm Analysis</a:t>
            </a:r>
          </a:p>
          <a:p>
            <a:pPr lvl="1" eaLnBrk="1" hangingPunct="1">
              <a:lnSpc>
                <a:spcPct val="80000"/>
              </a:lnSpc>
            </a:pPr>
            <a:r>
              <a:rPr lang="en-US" altLang="zh-CN" sz="2000" dirty="0">
                <a:ea typeface="宋体" pitchFamily="2" charset="-122"/>
              </a:rPr>
              <a:t>Mathematical Background, Big-O, Running time Calculation</a:t>
            </a:r>
          </a:p>
          <a:p>
            <a:pPr eaLnBrk="1" hangingPunct="1">
              <a:lnSpc>
                <a:spcPct val="80000"/>
              </a:lnSpc>
            </a:pPr>
            <a:r>
              <a:rPr lang="en-US" altLang="zh-CN" sz="2400" dirty="0">
                <a:ea typeface="宋体" pitchFamily="2" charset="-122"/>
              </a:rPr>
              <a:t>Abstract Data Types</a:t>
            </a:r>
          </a:p>
          <a:p>
            <a:pPr lvl="1" eaLnBrk="1" hangingPunct="1">
              <a:lnSpc>
                <a:spcPct val="80000"/>
              </a:lnSpc>
            </a:pPr>
            <a:r>
              <a:rPr lang="en-US" altLang="zh-CN" sz="2000" dirty="0">
                <a:ea typeface="宋体" pitchFamily="2" charset="-122"/>
              </a:rPr>
              <a:t>Lists, Stacks, and Queues</a:t>
            </a:r>
          </a:p>
          <a:p>
            <a:pPr eaLnBrk="1" hangingPunct="1">
              <a:lnSpc>
                <a:spcPct val="80000"/>
              </a:lnSpc>
            </a:pPr>
            <a:r>
              <a:rPr lang="en-US" altLang="zh-CN" sz="2400" dirty="0">
                <a:ea typeface="宋体" pitchFamily="2" charset="-122"/>
              </a:rPr>
              <a:t>Sorting</a:t>
            </a:r>
          </a:p>
          <a:p>
            <a:pPr lvl="1" eaLnBrk="1" hangingPunct="1">
              <a:lnSpc>
                <a:spcPct val="80000"/>
              </a:lnSpc>
            </a:pPr>
            <a:r>
              <a:rPr lang="en-US" altLang="zh-CN" sz="2000" dirty="0">
                <a:ea typeface="宋体" pitchFamily="2" charset="-122"/>
              </a:rPr>
              <a:t>Insertion Sort, Merge Sort, Quick Sort</a:t>
            </a:r>
          </a:p>
          <a:p>
            <a:pPr lvl="1" eaLnBrk="1" hangingPunct="1">
              <a:lnSpc>
                <a:spcPct val="80000"/>
              </a:lnSpc>
            </a:pPr>
            <a:r>
              <a:rPr lang="en-US" altLang="zh-CN" sz="2000" dirty="0">
                <a:ea typeface="宋体" pitchFamily="2" charset="-122"/>
              </a:rPr>
              <a:t>Heaps and Heap Sort</a:t>
            </a:r>
            <a:endParaRPr lang="en-US" altLang="zh-CN" sz="2400" dirty="0">
              <a:ea typeface="宋体" pitchFamily="2" charset="-122"/>
            </a:endParaRPr>
          </a:p>
          <a:p>
            <a:pPr>
              <a:lnSpc>
                <a:spcPct val="80000"/>
              </a:lnSpc>
            </a:pPr>
            <a:r>
              <a:rPr lang="en-US" altLang="zh-CN" sz="2400" dirty="0">
                <a:ea typeface="宋体" pitchFamily="2" charset="-122"/>
              </a:rPr>
              <a:t>Trees</a:t>
            </a:r>
          </a:p>
          <a:p>
            <a:pPr lvl="1">
              <a:lnSpc>
                <a:spcPct val="80000"/>
              </a:lnSpc>
            </a:pPr>
            <a:r>
              <a:rPr lang="en-US" altLang="zh-CN" sz="2000" dirty="0">
                <a:ea typeface="宋体" pitchFamily="2" charset="-122"/>
              </a:rPr>
              <a:t>Tree Traversals, Binary Trees and Binary Search Trees, AVL Trees, and B+ Trees</a:t>
            </a:r>
          </a:p>
          <a:p>
            <a:pPr eaLnBrk="1" hangingPunct="1">
              <a:lnSpc>
                <a:spcPct val="80000"/>
              </a:lnSpc>
            </a:pPr>
            <a:r>
              <a:rPr lang="en-US" altLang="zh-CN" sz="2400" dirty="0">
                <a:ea typeface="宋体" pitchFamily="2" charset="-122"/>
              </a:rPr>
              <a:t>Graph Algorithms</a:t>
            </a:r>
          </a:p>
          <a:p>
            <a:pPr lvl="1" eaLnBrk="1" hangingPunct="1">
              <a:lnSpc>
                <a:spcPct val="80000"/>
              </a:lnSpc>
            </a:pPr>
            <a:r>
              <a:rPr lang="en-US" altLang="zh-CN" sz="2000" dirty="0">
                <a:ea typeface="宋体" pitchFamily="2" charset="-122"/>
              </a:rPr>
              <a:t>Breadth First Search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CN" dirty="0">
                <a:ea typeface="宋体" pitchFamily="2" charset="-122"/>
              </a:rPr>
              <a:t>Overall Goal of the Course</a:t>
            </a:r>
          </a:p>
        </p:txBody>
      </p:sp>
      <p:sp>
        <p:nvSpPr>
          <p:cNvPr id="12291" name="Rectangle 3"/>
          <p:cNvSpPr>
            <a:spLocks noGrp="1" noChangeArrowheads="1"/>
          </p:cNvSpPr>
          <p:nvPr>
            <p:ph idx="1"/>
          </p:nvPr>
        </p:nvSpPr>
        <p:spPr/>
        <p:txBody>
          <a:bodyPr/>
          <a:lstStyle/>
          <a:p>
            <a:pPr eaLnBrk="1" hangingPunct="1"/>
            <a:r>
              <a:rPr lang="en-US" altLang="zh-CN" dirty="0">
                <a:ea typeface="宋体" pitchFamily="2" charset="-122"/>
              </a:rPr>
              <a:t>From programmer to architect</a:t>
            </a:r>
          </a:p>
          <a:p>
            <a:pPr eaLnBrk="1" hangingPunct="1"/>
            <a:r>
              <a:rPr lang="en-US" altLang="zh-CN" dirty="0">
                <a:ea typeface="宋体" pitchFamily="2" charset="-122"/>
              </a:rPr>
              <a:t>Learn to solve problems</a:t>
            </a:r>
          </a:p>
          <a:p>
            <a:pPr eaLnBrk="1" hangingPunct="1"/>
            <a:r>
              <a:rPr lang="en-US" altLang="zh-CN" dirty="0">
                <a:ea typeface="宋体" pitchFamily="2" charset="-122"/>
              </a:rPr>
              <a:t>Algorithms and programming go hand in hand</a:t>
            </a:r>
          </a:p>
          <a:p>
            <a:pPr eaLnBrk="1" hangingPunct="1"/>
            <a:r>
              <a:rPr lang="en-US" altLang="zh-CN" dirty="0">
                <a:ea typeface="宋体" pitchFamily="2" charset="-122"/>
              </a:rPr>
              <a:t>Learn to analyze your solutions</a:t>
            </a:r>
          </a:p>
        </p:txBody>
      </p:sp>
    </p:spTree>
  </p:cSld>
  <p:clrMapOvr>
    <a:masterClrMapping/>
  </p:clrMapOvr>
</p:sld>
</file>

<file path=ppt/theme/theme1.xml><?xml version="1.0" encoding="utf-8"?>
<a:theme xmlns:a="http://schemas.openxmlformats.org/drawingml/2006/main" name="知识图谱及其应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知识图谱及其应用</Template>
  <TotalTime>490</TotalTime>
  <Pages>33</Pages>
  <Words>473</Words>
  <Application>Microsoft Macintosh PowerPoint</Application>
  <PresentationFormat>全屏显示(4:3)</PresentationFormat>
  <Paragraphs>99</Paragraphs>
  <Slides>12</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12</vt:i4>
      </vt:variant>
    </vt:vector>
  </HeadingPairs>
  <TitlesOfParts>
    <vt:vector size="19" baseType="lpstr">
      <vt:lpstr>微软雅黑</vt:lpstr>
      <vt:lpstr>微软雅黑 Light</vt:lpstr>
      <vt:lpstr>Arial</vt:lpstr>
      <vt:lpstr>Tahoma</vt:lpstr>
      <vt:lpstr>Times New Roman</vt:lpstr>
      <vt:lpstr>Verdana</vt:lpstr>
      <vt:lpstr>知识图谱及其应用</vt:lpstr>
      <vt:lpstr>Data Structures and Algorithms  Lecture 1:  Course Introduction</vt:lpstr>
      <vt:lpstr>Course Information –1001/1004</vt:lpstr>
      <vt:lpstr>Course Information –1003/1006</vt:lpstr>
      <vt:lpstr>Course Information –1005/1009</vt:lpstr>
      <vt:lpstr>Textbook</vt:lpstr>
      <vt:lpstr>Grading</vt:lpstr>
      <vt:lpstr>Late Submissions</vt:lpstr>
      <vt:lpstr>Plagiarism Policy</vt:lpstr>
      <vt:lpstr>Course Overview</vt:lpstr>
      <vt:lpstr>Course Prerequisite</vt:lpstr>
      <vt:lpstr>Topics Covered in this Course</vt:lpstr>
      <vt:lpstr>Overall Goal of the Course</vt:lpstr>
    </vt:vector>
  </TitlesOfParts>
  <Company>CS Dept, HKUST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Algorithms  Lecture 0:  Course Introduction</dc:title>
  <dc:creator>Dyce</dc:creator>
  <cp:lastModifiedBy>Jianxiong Guo</cp:lastModifiedBy>
  <cp:revision>412</cp:revision>
  <cp:lastPrinted>1998-08-29T09:09:32Z</cp:lastPrinted>
  <dcterms:created xsi:type="dcterms:W3CDTF">1996-06-16T00:02:10Z</dcterms:created>
  <dcterms:modified xsi:type="dcterms:W3CDTF">2023-09-11T11:46:44Z</dcterms:modified>
</cp:coreProperties>
</file>